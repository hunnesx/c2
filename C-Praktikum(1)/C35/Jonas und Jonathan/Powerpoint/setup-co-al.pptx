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91" y="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594D81-CB85-4AA4-85DA-75AC9C3E86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7880C3B-6E7D-4E64-8C64-74F91A0982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6345B9-9C0E-469F-88F3-EAFA90B62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FE173-2C0A-46A3-9904-07BFD8A2F5BA}" type="datetimeFigureOut">
              <a:rPr lang="de-DE" smtClean="0"/>
              <a:t>11.12.2021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929EB2-31D4-4F04-8E91-1F7ECF929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D4DC63-ABFD-46D5-8CE1-63D84491E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90E9C-F8A1-4921-86A9-A3F92B50E0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8506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3FDF10-04DB-4DC8-879D-D16207A99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C164EB-A4D6-4C41-8EB3-5680967B6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41CA71-379E-4820-8C8B-9D3C3159E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FE173-2C0A-46A3-9904-07BFD8A2F5BA}" type="datetimeFigureOut">
              <a:rPr lang="de-DE" smtClean="0"/>
              <a:t>11.12.2021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9A73E7-F6ED-4E76-AF8C-6100F3335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575FFC-8D8B-43F5-A7CE-2066C161F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90E9C-F8A1-4921-86A9-A3F92B50E0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9538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3E5FDA-F34F-44AA-A87B-8148E231B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40E8982-EF2C-4927-A20A-0EEFEB5E9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D9E071-5CC4-4FAB-984C-D78A6DFB6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FE173-2C0A-46A3-9904-07BFD8A2F5BA}" type="datetimeFigureOut">
              <a:rPr lang="de-DE" smtClean="0"/>
              <a:t>11.12.2021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FD4615-FDF8-46EA-A2F6-2E96414D2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D7EBB0-CF2F-45B2-8142-2CE4970A9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90E9C-F8A1-4921-86A9-A3F92B50E0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1447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9DEA79-04DE-4F36-9770-65F951139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A7B039-7823-4097-BD81-2B1F72766F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FA92366-962A-43FB-9C7A-F33367CFE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662B736-213E-4DAE-8581-B0A2EB296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FE173-2C0A-46A3-9904-07BFD8A2F5BA}" type="datetimeFigureOut">
              <a:rPr lang="de-DE" smtClean="0"/>
              <a:t>11.12.2021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3765F13-1C80-4C34-9CE8-9394CAC48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35774AA-3DCD-4151-9B0E-B13135C22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90E9C-F8A1-4921-86A9-A3F92B50E0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0225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249E13-4E4F-44EF-AA22-AF2936207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40F8FD6-8B6B-46B7-ACAF-20CD8CB09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5152D54-4758-4DCF-B5C4-5528CE95AB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B72ECF6-48C0-4718-A824-144FFB8851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1A7B050-BB27-41BD-8884-4993493AAA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60CF8E3-D079-4155-92DD-272679323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FE173-2C0A-46A3-9904-07BFD8A2F5BA}" type="datetimeFigureOut">
              <a:rPr lang="de-DE" smtClean="0"/>
              <a:t>11.12.2021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5A486F6-E623-44A9-9E4A-1B98838EE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A933693-3BE2-43EA-9145-7756A282E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90E9C-F8A1-4921-86A9-A3F92B50E0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0087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7889C1-AF18-4FAB-9F24-32480A718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4DFA178-BA16-4BEC-84FC-774E0C912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FE173-2C0A-46A3-9904-07BFD8A2F5BA}" type="datetimeFigureOut">
              <a:rPr lang="de-DE" smtClean="0"/>
              <a:t>11.12.2021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F08ED9-FAD2-49A7-B266-12A5880A8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C51AD12-6AFC-470A-B001-B0AD2D850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90E9C-F8A1-4921-86A9-A3F92B50E0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8964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4F02CE9-D85C-4160-BEAA-8550F63DF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FE173-2C0A-46A3-9904-07BFD8A2F5BA}" type="datetimeFigureOut">
              <a:rPr lang="de-DE" smtClean="0"/>
              <a:t>11.12.2021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19B8594-07D6-49EA-B9B1-68FA715B5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6B24C8B-DB29-46CD-904D-2E0E53A4D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90E9C-F8A1-4921-86A9-A3F92B50E0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0079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FFC3DC-620E-4B8B-A6B7-075B9A33D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A165C9-03A4-48BF-837F-531E3A0C8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DDC6CF8-348D-4137-BE37-D0BB77E48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BE86E7E-E3C7-4526-862E-EC8F9DBBF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FE173-2C0A-46A3-9904-07BFD8A2F5BA}" type="datetimeFigureOut">
              <a:rPr lang="de-DE" smtClean="0"/>
              <a:t>11.12.2021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F9FAA2C-0CA4-4507-9577-F75D8AB8C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10FA4C5-2240-4806-BF69-759B3E2CD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90E9C-F8A1-4921-86A9-A3F92B50E0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232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B53983-8254-4D71-AF1A-F41F6ACC2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D365143-68ED-4E82-9D1A-8AE1864507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63BB1CD-6F90-4CE6-BD7B-C258DD88FD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9C66054-4548-41B7-82BA-C0D6E51FD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FE173-2C0A-46A3-9904-07BFD8A2F5BA}" type="datetimeFigureOut">
              <a:rPr lang="de-DE" smtClean="0"/>
              <a:t>11.12.2021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6643DE-9FD7-4AC9-88C5-2569CB3F9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2A0542D-27EF-4B48-85FD-577F13B51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90E9C-F8A1-4921-86A9-A3F92B50E0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2298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608DDD-100B-4C67-A8ED-9C5586E7C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7D9920D-D82F-4E33-9886-95E0401E6A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074414-270F-48DD-B4D9-7493DCDD4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FE173-2C0A-46A3-9904-07BFD8A2F5BA}" type="datetimeFigureOut">
              <a:rPr lang="de-DE" smtClean="0"/>
              <a:t>11.12.2021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F5A919-0AAF-4604-B283-B197FBFB6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487039-D871-417D-9096-00A0B0875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90E9C-F8A1-4921-86A9-A3F92B50E0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54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D3D5501-04E3-4530-961A-15C7AA3FE0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E173B16-19C6-4F2F-919C-9B637EF4A9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D73EB10-E321-43F8-9A36-616542870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FE173-2C0A-46A3-9904-07BFD8A2F5BA}" type="datetimeFigureOut">
              <a:rPr lang="de-DE" smtClean="0"/>
              <a:t>11.12.2021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8B4BAF-28BF-4E17-8229-BD9D3F25C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487076-7161-40BA-88F7-DC0FE2CAF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90E9C-F8A1-4921-86A9-A3F92B50E0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7394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ED2957C-9D36-4B15-BCB9-4F2486D23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C847AD0-A525-4220-A827-F5396BB89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076C95-B602-47AF-BD81-70840D0242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CFE173-2C0A-46A3-9904-07BFD8A2F5BA}" type="datetimeFigureOut">
              <a:rPr lang="de-DE" smtClean="0"/>
              <a:t>11.12.2021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7D6559-68AB-4FE6-9373-386F0EA042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A4A567-050C-48CF-BA97-F32FD5D77D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90E9C-F8A1-4921-86A9-A3F92B50E0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865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BE1A5534-F552-453A-AAB9-B925C4161E5F}"/>
              </a:ext>
            </a:extLst>
          </p:cNvPr>
          <p:cNvSpPr/>
          <p:nvPr/>
        </p:nvSpPr>
        <p:spPr>
          <a:xfrm>
            <a:off x="5302154" y="1323831"/>
            <a:ext cx="409433" cy="39783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78DBE14-E80B-470F-9B39-D289834E9FCB}"/>
              </a:ext>
            </a:extLst>
          </p:cNvPr>
          <p:cNvSpPr/>
          <p:nvPr/>
        </p:nvSpPr>
        <p:spPr>
          <a:xfrm>
            <a:off x="3098040" y="1900450"/>
            <a:ext cx="4817659" cy="28250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9ABC11E-8949-4616-A472-9F2019DD3DA3}"/>
              </a:ext>
            </a:extLst>
          </p:cNvPr>
          <p:cNvSpPr/>
          <p:nvPr/>
        </p:nvSpPr>
        <p:spPr>
          <a:xfrm rot="4304232">
            <a:off x="5449837" y="2073856"/>
            <a:ext cx="240904" cy="238820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F5FBC164-9C15-4603-B630-3450E1700888}"/>
              </a:ext>
            </a:extLst>
          </p:cNvPr>
          <p:cNvCxnSpPr>
            <a:stCxn id="8" idx="0"/>
          </p:cNvCxnSpPr>
          <p:nvPr/>
        </p:nvCxnSpPr>
        <p:spPr>
          <a:xfrm>
            <a:off x="5506870" y="1900450"/>
            <a:ext cx="15652" cy="1265831"/>
          </a:xfrm>
          <a:prstGeom prst="line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5739D89-B616-4D61-B712-B8CFC06EEF96}"/>
              </a:ext>
            </a:extLst>
          </p:cNvPr>
          <p:cNvCxnSpPr>
            <a:cxnSpLocks/>
          </p:cNvCxnSpPr>
          <p:nvPr/>
        </p:nvCxnSpPr>
        <p:spPr>
          <a:xfrm>
            <a:off x="5052297" y="2037276"/>
            <a:ext cx="462399" cy="1140531"/>
          </a:xfrm>
          <a:prstGeom prst="line">
            <a:avLst/>
          </a:prstGeom>
          <a:ln w="22225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Bogen 15">
            <a:extLst>
              <a:ext uri="{FF2B5EF4-FFF2-40B4-BE49-F238E27FC236}">
                <a16:creationId xmlns:a16="http://schemas.microsoft.com/office/drawing/2014/main" id="{2972A683-C0F8-4BAB-8566-CDCE931357FF}"/>
              </a:ext>
            </a:extLst>
          </p:cNvPr>
          <p:cNvSpPr/>
          <p:nvPr/>
        </p:nvSpPr>
        <p:spPr>
          <a:xfrm flipH="1">
            <a:off x="4740321" y="1930564"/>
            <a:ext cx="1533096" cy="1228893"/>
          </a:xfrm>
          <a:prstGeom prst="arc">
            <a:avLst>
              <a:gd name="adj1" fmla="val 16200000"/>
              <a:gd name="adj2" fmla="val 18783222"/>
            </a:avLst>
          </a:prstGeom>
          <a:ln w="222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083DFD1-C50E-456E-9B5E-D50F115DEB02}"/>
              </a:ext>
            </a:extLst>
          </p:cNvPr>
          <p:cNvSpPr txBox="1"/>
          <p:nvPr/>
        </p:nvSpPr>
        <p:spPr>
          <a:xfrm>
            <a:off x="5192973" y="2115403"/>
            <a:ext cx="259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α</a:t>
            </a:r>
            <a:endParaRPr lang="de-DE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0FA0410B-0487-4A93-A176-A8D7EA5A1C50}"/>
              </a:ext>
            </a:extLst>
          </p:cNvPr>
          <p:cNvSpPr txBox="1"/>
          <p:nvPr/>
        </p:nvSpPr>
        <p:spPr>
          <a:xfrm>
            <a:off x="3418764" y="2115403"/>
            <a:ext cx="1132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water</a:t>
            </a:r>
            <a:endParaRPr lang="de-DE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8D72FF70-4F80-4072-B9A9-B334D09B1025}"/>
              </a:ext>
            </a:extLst>
          </p:cNvPr>
          <p:cNvSpPr txBox="1"/>
          <p:nvPr/>
        </p:nvSpPr>
        <p:spPr>
          <a:xfrm>
            <a:off x="3954088" y="3730545"/>
            <a:ext cx="1067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testblock</a:t>
            </a:r>
            <a:endParaRPr lang="de-DE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C78D017D-5ACF-47AC-A001-F9F969333243}"/>
              </a:ext>
            </a:extLst>
          </p:cNvPr>
          <p:cNvSpPr txBox="1"/>
          <p:nvPr/>
        </p:nvSpPr>
        <p:spPr>
          <a:xfrm>
            <a:off x="6688000" y="2944794"/>
            <a:ext cx="1380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ultrasound</a:t>
            </a:r>
            <a:endParaRPr lang="de-DE" dirty="0"/>
          </a:p>
          <a:p>
            <a:pPr algn="ctr"/>
            <a:r>
              <a:rPr lang="de-DE" dirty="0" err="1"/>
              <a:t>probes</a:t>
            </a:r>
            <a:endParaRPr lang="de-DE" dirty="0"/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3C7F34D5-997E-4454-B9CB-5FFFA8A2FFB7}"/>
              </a:ext>
            </a:extLst>
          </p:cNvPr>
          <p:cNvCxnSpPr>
            <a:stCxn id="20" idx="0"/>
          </p:cNvCxnSpPr>
          <p:nvPr/>
        </p:nvCxnSpPr>
        <p:spPr>
          <a:xfrm flipH="1" flipV="1">
            <a:off x="5711587" y="1603612"/>
            <a:ext cx="1666761" cy="1341182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D85DC651-B491-47D2-8043-503CB88E7351}"/>
              </a:ext>
            </a:extLst>
          </p:cNvPr>
          <p:cNvCxnSpPr/>
          <p:nvPr/>
        </p:nvCxnSpPr>
        <p:spPr>
          <a:xfrm flipH="1">
            <a:off x="5711587" y="3591125"/>
            <a:ext cx="1666760" cy="1397132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4802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Breitbild</PresentationFormat>
  <Paragraphs>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Jonas Beck</dc:creator>
  <cp:lastModifiedBy>Jonas Beck</cp:lastModifiedBy>
  <cp:revision>1</cp:revision>
  <dcterms:created xsi:type="dcterms:W3CDTF">2021-12-11T16:10:46Z</dcterms:created>
  <dcterms:modified xsi:type="dcterms:W3CDTF">2021-12-11T16:22:13Z</dcterms:modified>
</cp:coreProperties>
</file>