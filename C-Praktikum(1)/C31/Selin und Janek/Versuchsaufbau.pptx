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50" d="100"/>
          <a:sy n="150" d="100"/>
        </p:scale>
        <p:origin x="-708" y="-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D936AF-7DDD-433E-95B8-8F876A23B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A77AE49-DDED-4654-B678-9854B8B0C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A149F9-803F-4784-AF63-767494EAD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EC009-6484-47C2-8D21-B069752C46D0}" type="datetimeFigureOut">
              <a:rPr lang="de-DE" smtClean="0"/>
              <a:t>23.09.2021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6408B4-6070-4397-B8B5-C619AE34B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1AF194-14C3-4D39-AEB4-26B8EF8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E9E6D-845D-4940-8F56-84D70778F2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127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FE89F1-A674-4395-9A20-DB749E3F7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5049FC-19C6-41BC-972A-78708BE19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8FC846-1199-4848-87D5-FB00E726E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EC009-6484-47C2-8D21-B069752C46D0}" type="datetimeFigureOut">
              <a:rPr lang="de-DE" smtClean="0"/>
              <a:t>23.09.2021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E4605C-6E98-42D6-8F5B-7A2A89BAD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52E482-1B7F-42C2-8CCB-84D302CEE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E9E6D-845D-4940-8F56-84D70778F2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9046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D842AF-C4ED-490F-92EC-189A64E02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88A14E9-71F2-4831-ABB7-B6886281B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848085-58C4-4420-A612-0B95443B9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EC009-6484-47C2-8D21-B069752C46D0}" type="datetimeFigureOut">
              <a:rPr lang="de-DE" smtClean="0"/>
              <a:t>23.09.2021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F98274-35DA-4CF3-A756-F83531CFC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3C4444-20D7-4DFB-B6A9-90EB02171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E9E6D-845D-4940-8F56-84D70778F2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7214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42AC07-1980-4F37-9009-22C82A393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276542-3D2E-4353-BDC9-B74051F668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7722279-FDF9-413B-99E7-DC6DF32AD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9CCB0DA-2212-490C-A744-6979BFBE5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EC009-6484-47C2-8D21-B069752C46D0}" type="datetimeFigureOut">
              <a:rPr lang="de-DE" smtClean="0"/>
              <a:t>23.09.2021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08BC235-2296-44DA-BB39-685AE6909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4322327-098E-4FA1-B2CA-ADF93A94A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E9E6D-845D-4940-8F56-84D70778F2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6113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C2F5C3-361C-44A0-91CB-5B71E7A31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D575863-1D25-49CC-B0D8-230B1F7A9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846674F-E232-40D8-AA3D-CB4023586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BF5633D-C41E-4DAD-AA47-ECF359E5FC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F1AD3E9-5CAA-473F-8C33-191BBB7DAC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8B58B6B-86E6-43DD-9B38-91C9B1C42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EC009-6484-47C2-8D21-B069752C46D0}" type="datetimeFigureOut">
              <a:rPr lang="de-DE" smtClean="0"/>
              <a:t>23.09.2021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988F0E6-28F6-4414-9337-A3813E396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85908E5-3416-4BDA-A2D1-2E79F77EC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E9E6D-845D-4940-8F56-84D70778F2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7774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A37284-5315-4BDD-B9B9-B672E8649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ACF564C-3FF9-45DE-878C-AA945A224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EC009-6484-47C2-8D21-B069752C46D0}" type="datetimeFigureOut">
              <a:rPr lang="de-DE" smtClean="0"/>
              <a:t>23.09.2021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4A14FE3-851F-4721-ADDF-17412D4A7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364859C-E890-4F0B-8AF3-DFD586ED7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E9E6D-845D-4940-8F56-84D70778F2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3260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D3862A1-8ABE-4F6D-82C0-45A0CCE20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EC009-6484-47C2-8D21-B069752C46D0}" type="datetimeFigureOut">
              <a:rPr lang="de-DE" smtClean="0"/>
              <a:t>23.09.2021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0BD0A2A-D0AB-4A15-989A-428647177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BD902A-0120-4810-8521-4C32F0093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E9E6D-845D-4940-8F56-84D70778F2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4183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2D3F46-3049-472F-A34A-313C06D2A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638DD6-2C1B-4CB5-8C82-D794FD902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9308DBD-529F-4770-8845-CE2C77650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BD38C9E-8735-4706-85F4-BF3EEA566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EC009-6484-47C2-8D21-B069752C46D0}" type="datetimeFigureOut">
              <a:rPr lang="de-DE" smtClean="0"/>
              <a:t>23.09.2021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5F5FF83-98DE-496C-9048-87833DBA4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D6924E4-4397-4F58-B002-946464BD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E9E6D-845D-4940-8F56-84D70778F2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03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B530D4-7B06-40F2-8AF8-20B28E2F4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847E043-5223-402B-A32A-82C8132D64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F677862-B9C8-46E4-A04E-15262498C3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931BDB7-D6E7-4A88-B09F-D57FC09CC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EC009-6484-47C2-8D21-B069752C46D0}" type="datetimeFigureOut">
              <a:rPr lang="de-DE" smtClean="0"/>
              <a:t>23.09.2021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4EA267C-2762-4759-9D92-637BDFEA0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8CC6232-99EE-4701-8A03-51A328C77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E9E6D-845D-4940-8F56-84D70778F2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0244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6FFFDB-C478-442F-8E73-7E8C22409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999DCCF-3996-4411-9114-3EE443E09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457CD3-2687-4219-BE53-4FFE6D7BA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EC009-6484-47C2-8D21-B069752C46D0}" type="datetimeFigureOut">
              <a:rPr lang="de-DE" smtClean="0"/>
              <a:t>23.09.2021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125466-213F-4728-96DB-B55971488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6C37FA-7E0B-41BF-BC0E-C3DF1D88A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E9E6D-845D-4940-8F56-84D70778F2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9815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58BCF34-4CDA-4D3D-BD93-B626D6CC85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AA3821D-3D34-4A69-9085-7BFFEA57B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8A8EE4-C4DC-4AC4-A2DF-5B1674B9F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EC009-6484-47C2-8D21-B069752C46D0}" type="datetimeFigureOut">
              <a:rPr lang="de-DE" smtClean="0"/>
              <a:t>23.09.2021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0A9BCA-2F43-460A-85C1-FECE5105E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482161-4EEA-4DA4-A97E-E78602F8F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E9E6D-845D-4940-8F56-84D70778F2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6058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F6E5774-DB0A-4FCA-B8BB-E23E9B7B1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A1A379-5687-4085-A13D-41538826C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F77B73-FC90-4642-85FF-FEE2EB91C8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CEC009-6484-47C2-8D21-B069752C46D0}" type="datetimeFigureOut">
              <a:rPr lang="de-DE" smtClean="0"/>
              <a:t>23.09.2021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64558E-D423-4EAE-9BBC-10DAA1CA05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5EF33E-DF71-42A4-BCD6-B797B85C4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E9E6D-845D-4940-8F56-84D70778F2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3500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Halbbogen 35">
            <a:extLst>
              <a:ext uri="{FF2B5EF4-FFF2-40B4-BE49-F238E27FC236}">
                <a16:creationId xmlns:a16="http://schemas.microsoft.com/office/drawing/2014/main" id="{D82910C4-D4DF-4DDD-8B76-E2FC84263FD6}"/>
              </a:ext>
            </a:extLst>
          </p:cNvPr>
          <p:cNvSpPr/>
          <p:nvPr/>
        </p:nvSpPr>
        <p:spPr>
          <a:xfrm>
            <a:off x="5122067" y="2087545"/>
            <a:ext cx="395288" cy="246080"/>
          </a:xfrm>
          <a:prstGeom prst="blockArc">
            <a:avLst>
              <a:gd name="adj1" fmla="val 10800000"/>
              <a:gd name="adj2" fmla="val 21412277"/>
              <a:gd name="adj3" fmla="val 1112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1C5BEAED-C98D-4B90-A927-C665929D8D28}"/>
              </a:ext>
            </a:extLst>
          </p:cNvPr>
          <p:cNvCxnSpPr>
            <a:cxnSpLocks/>
          </p:cNvCxnSpPr>
          <p:nvPr/>
        </p:nvCxnSpPr>
        <p:spPr>
          <a:xfrm flipV="1">
            <a:off x="3741771" y="5320937"/>
            <a:ext cx="0" cy="58810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49BAACBE-1C5E-4FBE-85BE-E9524947B0E7}"/>
              </a:ext>
            </a:extLst>
          </p:cNvPr>
          <p:cNvCxnSpPr>
            <a:cxnSpLocks/>
          </p:cNvCxnSpPr>
          <p:nvPr/>
        </p:nvCxnSpPr>
        <p:spPr>
          <a:xfrm>
            <a:off x="3732245" y="5314950"/>
            <a:ext cx="225054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1109200C-45DA-4E55-8E81-41F7DF2156C1}"/>
              </a:ext>
            </a:extLst>
          </p:cNvPr>
          <p:cNvCxnSpPr>
            <a:cxnSpLocks/>
          </p:cNvCxnSpPr>
          <p:nvPr/>
        </p:nvCxnSpPr>
        <p:spPr>
          <a:xfrm>
            <a:off x="5978026" y="5314950"/>
            <a:ext cx="0" cy="6286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1E2287BA-B878-4094-9045-A9618BE29733}"/>
              </a:ext>
            </a:extLst>
          </p:cNvPr>
          <p:cNvSpPr/>
          <p:nvPr/>
        </p:nvSpPr>
        <p:spPr>
          <a:xfrm>
            <a:off x="4400550" y="5614988"/>
            <a:ext cx="900113" cy="904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ECF015A-A266-4F55-88F9-97FE709EDDBD}"/>
              </a:ext>
            </a:extLst>
          </p:cNvPr>
          <p:cNvSpPr/>
          <p:nvPr/>
        </p:nvSpPr>
        <p:spPr>
          <a:xfrm>
            <a:off x="4824413" y="5320937"/>
            <a:ext cx="45719" cy="2940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31B8377-010B-48BA-9B3A-3EABAA9AE074}"/>
              </a:ext>
            </a:extLst>
          </p:cNvPr>
          <p:cNvSpPr/>
          <p:nvPr/>
        </p:nvSpPr>
        <p:spPr>
          <a:xfrm>
            <a:off x="4393882" y="4824413"/>
            <a:ext cx="868678" cy="4905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835CC950-7015-4EC8-942B-ACB97E1CF2D0}"/>
              </a:ext>
            </a:extLst>
          </p:cNvPr>
          <p:cNvSpPr/>
          <p:nvPr/>
        </p:nvSpPr>
        <p:spPr>
          <a:xfrm>
            <a:off x="4393882" y="2215377"/>
            <a:ext cx="868678" cy="26193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A06CEDA1-C5A3-4135-94BD-0D5E2B7ABAD5}"/>
              </a:ext>
            </a:extLst>
          </p:cNvPr>
          <p:cNvSpPr/>
          <p:nvPr/>
        </p:nvSpPr>
        <p:spPr>
          <a:xfrm>
            <a:off x="2890857" y="3500438"/>
            <a:ext cx="766743" cy="2408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76B1EB87-D588-446D-93D1-E63FACE93F20}"/>
              </a:ext>
            </a:extLst>
          </p:cNvPr>
          <p:cNvSpPr/>
          <p:nvPr/>
        </p:nvSpPr>
        <p:spPr>
          <a:xfrm>
            <a:off x="3657600" y="3949248"/>
            <a:ext cx="736274" cy="13697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Flussdiagramm: Verzögerung 28">
            <a:extLst>
              <a:ext uri="{FF2B5EF4-FFF2-40B4-BE49-F238E27FC236}">
                <a16:creationId xmlns:a16="http://schemas.microsoft.com/office/drawing/2014/main" id="{C966A23A-C291-424D-B585-0F3F9B4F9E6E}"/>
              </a:ext>
            </a:extLst>
          </p:cNvPr>
          <p:cNvSpPr/>
          <p:nvPr/>
        </p:nvSpPr>
        <p:spPr>
          <a:xfrm rot="16200000">
            <a:off x="3680459" y="3509177"/>
            <a:ext cx="2333626" cy="284874"/>
          </a:xfrm>
          <a:prstGeom prst="flowChartDe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Flussdiagramm: Prozess 30">
            <a:extLst>
              <a:ext uri="{FF2B5EF4-FFF2-40B4-BE49-F238E27FC236}">
                <a16:creationId xmlns:a16="http://schemas.microsoft.com/office/drawing/2014/main" id="{2E94A5EE-D410-4090-A8BD-D7BEC7A39837}"/>
              </a:ext>
            </a:extLst>
          </p:cNvPr>
          <p:cNvSpPr/>
          <p:nvPr/>
        </p:nvSpPr>
        <p:spPr>
          <a:xfrm>
            <a:off x="4704835" y="3976688"/>
            <a:ext cx="284874" cy="847724"/>
          </a:xfrm>
          <a:prstGeom prst="flowChartProcess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Flussdiagramm: Verzögerung 31">
            <a:extLst>
              <a:ext uri="{FF2B5EF4-FFF2-40B4-BE49-F238E27FC236}">
                <a16:creationId xmlns:a16="http://schemas.microsoft.com/office/drawing/2014/main" id="{1F9EE6F7-0003-4882-8213-D256C4386B03}"/>
              </a:ext>
            </a:extLst>
          </p:cNvPr>
          <p:cNvSpPr/>
          <p:nvPr/>
        </p:nvSpPr>
        <p:spPr>
          <a:xfrm rot="16200000">
            <a:off x="4745726" y="3728810"/>
            <a:ext cx="210881" cy="284872"/>
          </a:xfrm>
          <a:prstGeom prst="flowChartDelay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Flussdiagramm: Prozess 32">
            <a:extLst>
              <a:ext uri="{FF2B5EF4-FFF2-40B4-BE49-F238E27FC236}">
                <a16:creationId xmlns:a16="http://schemas.microsoft.com/office/drawing/2014/main" id="{360BF9E3-8234-4238-841D-D1CEF2728184}"/>
              </a:ext>
            </a:extLst>
          </p:cNvPr>
          <p:cNvSpPr/>
          <p:nvPr/>
        </p:nvSpPr>
        <p:spPr>
          <a:xfrm>
            <a:off x="5262560" y="5055394"/>
            <a:ext cx="261940" cy="45719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FEF3F2B6-A007-45B9-B926-6C14722D38D1}"/>
              </a:ext>
            </a:extLst>
          </p:cNvPr>
          <p:cNvSpPr/>
          <p:nvPr/>
        </p:nvSpPr>
        <p:spPr>
          <a:xfrm>
            <a:off x="5393530" y="4885258"/>
            <a:ext cx="395288" cy="39441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4" name="Flussdiagramm: Prozess 33">
            <a:extLst>
              <a:ext uri="{FF2B5EF4-FFF2-40B4-BE49-F238E27FC236}">
                <a16:creationId xmlns:a16="http://schemas.microsoft.com/office/drawing/2014/main" id="{798606D8-2330-4B90-AB15-496C99F04B44}"/>
              </a:ext>
            </a:extLst>
          </p:cNvPr>
          <p:cNvSpPr/>
          <p:nvPr/>
        </p:nvSpPr>
        <p:spPr>
          <a:xfrm>
            <a:off x="5393530" y="2205038"/>
            <a:ext cx="395288" cy="103346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Flussdiagramm: Verzögerung 34">
            <a:extLst>
              <a:ext uri="{FF2B5EF4-FFF2-40B4-BE49-F238E27FC236}">
                <a16:creationId xmlns:a16="http://schemas.microsoft.com/office/drawing/2014/main" id="{CD296E4E-4494-4DD4-95BC-EA5C392CDCD4}"/>
              </a:ext>
            </a:extLst>
          </p:cNvPr>
          <p:cNvSpPr/>
          <p:nvPr/>
        </p:nvSpPr>
        <p:spPr>
          <a:xfrm rot="5400000">
            <a:off x="4752877" y="2579235"/>
            <a:ext cx="767986" cy="45719"/>
          </a:xfrm>
          <a:prstGeom prst="flowChartDelay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A915F324-1D7E-42E9-A025-2E842B95BD0A}"/>
              </a:ext>
            </a:extLst>
          </p:cNvPr>
          <p:cNvCxnSpPr>
            <a:cxnSpLocks/>
          </p:cNvCxnSpPr>
          <p:nvPr/>
        </p:nvCxnSpPr>
        <p:spPr>
          <a:xfrm>
            <a:off x="3650624" y="3934959"/>
            <a:ext cx="7432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E42714EF-7152-4BE7-95A5-C3BEBECC5F8D}"/>
              </a:ext>
            </a:extLst>
          </p:cNvPr>
          <p:cNvCxnSpPr>
            <a:cxnSpLocks/>
          </p:cNvCxnSpPr>
          <p:nvPr/>
        </p:nvCxnSpPr>
        <p:spPr>
          <a:xfrm>
            <a:off x="3657300" y="4092576"/>
            <a:ext cx="7432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Textfeld 44">
            <a:extLst>
              <a:ext uri="{FF2B5EF4-FFF2-40B4-BE49-F238E27FC236}">
                <a16:creationId xmlns:a16="http://schemas.microsoft.com/office/drawing/2014/main" id="{BF95F563-17D5-4AF3-8ACA-80AA050C8231}"/>
              </a:ext>
            </a:extLst>
          </p:cNvPr>
          <p:cNvSpPr txBox="1"/>
          <p:nvPr/>
        </p:nvSpPr>
        <p:spPr>
          <a:xfrm>
            <a:off x="2826321" y="3559155"/>
            <a:ext cx="9312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Thermostat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5FCEACD2-DC29-4E68-8D73-A1412606C2E5}"/>
              </a:ext>
            </a:extLst>
          </p:cNvPr>
          <p:cNvSpPr txBox="1"/>
          <p:nvPr/>
        </p:nvSpPr>
        <p:spPr>
          <a:xfrm rot="5400000">
            <a:off x="5020019" y="2643240"/>
            <a:ext cx="1142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Thermometer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D9836D6C-3388-45B5-8A8B-E36931E3B2D5}"/>
              </a:ext>
            </a:extLst>
          </p:cNvPr>
          <p:cNvSpPr txBox="1"/>
          <p:nvPr/>
        </p:nvSpPr>
        <p:spPr>
          <a:xfrm>
            <a:off x="5293994" y="4632315"/>
            <a:ext cx="9312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Manometer</a:t>
            </a:r>
          </a:p>
        </p:txBody>
      </p: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C6381A62-EAAF-43E4-9478-4524998FA31F}"/>
              </a:ext>
            </a:extLst>
          </p:cNvPr>
          <p:cNvCxnSpPr>
            <a:endCxn id="28" idx="1"/>
          </p:cNvCxnSpPr>
          <p:nvPr/>
        </p:nvCxnSpPr>
        <p:spPr>
          <a:xfrm flipH="1" flipV="1">
            <a:off x="5451419" y="4943018"/>
            <a:ext cx="139754" cy="135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feld 50">
            <a:extLst>
              <a:ext uri="{FF2B5EF4-FFF2-40B4-BE49-F238E27FC236}">
                <a16:creationId xmlns:a16="http://schemas.microsoft.com/office/drawing/2014/main" id="{240836C4-619E-44CE-A74B-D31C64D2DB9C}"/>
              </a:ext>
            </a:extLst>
          </p:cNvPr>
          <p:cNvSpPr txBox="1"/>
          <p:nvPr/>
        </p:nvSpPr>
        <p:spPr>
          <a:xfrm>
            <a:off x="4682985" y="4132688"/>
            <a:ext cx="374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Hg</a:t>
            </a:r>
            <a:endParaRPr lang="de-DE" sz="1200" dirty="0"/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4E50A8BC-6F96-4731-AF10-EEC7F49496B9}"/>
              </a:ext>
            </a:extLst>
          </p:cNvPr>
          <p:cNvSpPr txBox="1"/>
          <p:nvPr/>
        </p:nvSpPr>
        <p:spPr>
          <a:xfrm>
            <a:off x="4670368" y="2885555"/>
            <a:ext cx="3742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SF</a:t>
            </a:r>
            <a:r>
              <a:rPr lang="de-DE" sz="800" dirty="0"/>
              <a:t>6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D9E5D9CF-37B5-4B2C-A12E-919972731145}"/>
              </a:ext>
            </a:extLst>
          </p:cNvPr>
          <p:cNvSpPr txBox="1"/>
          <p:nvPr/>
        </p:nvSpPr>
        <p:spPr>
          <a:xfrm>
            <a:off x="5319711" y="3420655"/>
            <a:ext cx="983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Wärmebad</a:t>
            </a:r>
          </a:p>
        </p:txBody>
      </p: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EAE2FF9B-2D97-4D91-97F8-35F0D986B190}"/>
              </a:ext>
            </a:extLst>
          </p:cNvPr>
          <p:cNvCxnSpPr>
            <a:cxnSpLocks/>
          </p:cNvCxnSpPr>
          <p:nvPr/>
        </p:nvCxnSpPr>
        <p:spPr>
          <a:xfrm flipH="1" flipV="1">
            <a:off x="5122067" y="3551285"/>
            <a:ext cx="245357" cy="2442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5589BE23-35E8-4F6F-B420-F7A7864318AD}"/>
              </a:ext>
            </a:extLst>
          </p:cNvPr>
          <p:cNvCxnSpPr>
            <a:cxnSpLocks/>
          </p:cNvCxnSpPr>
          <p:nvPr/>
        </p:nvCxnSpPr>
        <p:spPr>
          <a:xfrm>
            <a:off x="4312453" y="2722182"/>
            <a:ext cx="45801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4948F3EB-6B07-4383-BA27-60E644250899}"/>
              </a:ext>
            </a:extLst>
          </p:cNvPr>
          <p:cNvSpPr txBox="1"/>
          <p:nvPr/>
        </p:nvSpPr>
        <p:spPr>
          <a:xfrm>
            <a:off x="3277929" y="2580050"/>
            <a:ext cx="1152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Druckkammer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1A15195C-C973-4E21-A38F-C4FA5FDE07FC}"/>
              </a:ext>
            </a:extLst>
          </p:cNvPr>
          <p:cNvSpPr txBox="1"/>
          <p:nvPr/>
        </p:nvSpPr>
        <p:spPr>
          <a:xfrm>
            <a:off x="4403350" y="5682073"/>
            <a:ext cx="9312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Druckregler</a:t>
            </a:r>
          </a:p>
        </p:txBody>
      </p: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958BB0E3-DB1F-42E7-8D0B-557F2C7A928A}"/>
              </a:ext>
            </a:extLst>
          </p:cNvPr>
          <p:cNvCxnSpPr>
            <a:cxnSpLocks/>
          </p:cNvCxnSpPr>
          <p:nvPr/>
        </p:nvCxnSpPr>
        <p:spPr>
          <a:xfrm>
            <a:off x="4903983" y="3559154"/>
            <a:ext cx="8572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F3470103-5846-4606-B913-24D4D10B1D99}"/>
              </a:ext>
            </a:extLst>
          </p:cNvPr>
          <p:cNvCxnSpPr>
            <a:cxnSpLocks/>
          </p:cNvCxnSpPr>
          <p:nvPr/>
        </p:nvCxnSpPr>
        <p:spPr>
          <a:xfrm>
            <a:off x="4903983" y="3359540"/>
            <a:ext cx="8572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ED9D3F4C-49C2-412B-BB52-44FF5E936485}"/>
              </a:ext>
            </a:extLst>
          </p:cNvPr>
          <p:cNvCxnSpPr>
            <a:cxnSpLocks/>
          </p:cNvCxnSpPr>
          <p:nvPr/>
        </p:nvCxnSpPr>
        <p:spPr>
          <a:xfrm>
            <a:off x="4900938" y="3162554"/>
            <a:ext cx="8572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9B1082B4-8B58-4FE8-AD24-C1CFEBE07680}"/>
              </a:ext>
            </a:extLst>
          </p:cNvPr>
          <p:cNvCxnSpPr>
            <a:cxnSpLocks/>
          </p:cNvCxnSpPr>
          <p:nvPr/>
        </p:nvCxnSpPr>
        <p:spPr>
          <a:xfrm>
            <a:off x="4903983" y="3753084"/>
            <a:ext cx="8572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FFEA1A82-B749-4715-A521-E8CB8B02B3C2}"/>
              </a:ext>
            </a:extLst>
          </p:cNvPr>
          <p:cNvCxnSpPr>
            <a:cxnSpLocks/>
          </p:cNvCxnSpPr>
          <p:nvPr/>
        </p:nvCxnSpPr>
        <p:spPr>
          <a:xfrm>
            <a:off x="4878117" y="2857049"/>
            <a:ext cx="656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2D933EA8-86B1-43B4-B26A-C2F172BCDA57}"/>
              </a:ext>
            </a:extLst>
          </p:cNvPr>
          <p:cNvCxnSpPr>
            <a:cxnSpLocks/>
          </p:cNvCxnSpPr>
          <p:nvPr/>
        </p:nvCxnSpPr>
        <p:spPr>
          <a:xfrm>
            <a:off x="4856683" y="2682015"/>
            <a:ext cx="576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877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Breitbild</PresentationFormat>
  <Paragraphs>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selin</dc:creator>
  <cp:lastModifiedBy> </cp:lastModifiedBy>
  <cp:revision>1</cp:revision>
  <dcterms:created xsi:type="dcterms:W3CDTF">2021-09-23T09:29:01Z</dcterms:created>
  <dcterms:modified xsi:type="dcterms:W3CDTF">2021-09-23T10:05:33Z</dcterms:modified>
</cp:coreProperties>
</file>