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-4638" y="-2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D4FDA5-E7D3-404E-A2C1-5F5B27DE0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85C0A54-5CA3-4F22-942C-77D49A64D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8B407D-7E44-49E9-BBBA-756CD6B0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3478-4570-4F9B-B44F-E5234F0091A4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E9A6A1-113F-49C1-9F1E-EB6FB52F3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22490B-F596-40C0-B12D-CA6581E75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242D8-9EC9-41EB-9DB8-A36D299D157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37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3F0C34-6229-43D9-A673-4BE6FA9E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D21798-C86D-4CC5-9AF9-E618114BD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0D570E-E127-4E96-8A4F-DD36D54EC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3478-4570-4F9B-B44F-E5234F0091A4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ED89BC-EABD-49E4-A868-030E98881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CC5A5E-E5FA-40C0-B74F-8817A8EA0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242D8-9EC9-41EB-9DB8-A36D299D157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169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D5DB15-54A2-4FC9-8E87-0318AB943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0E5512-1989-4DBB-93AA-88FE79C3D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5B0835-C33C-4170-ACC7-3A809BA8C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3478-4570-4F9B-B44F-E5234F0091A4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5619C9-526D-473A-AEC2-4DBCED6DD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9B7383-9FCC-4E1C-AADC-A9839B15C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242D8-9EC9-41EB-9DB8-A36D299D157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038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69E03-0FC6-48C6-8CCE-F6B9679EB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7840DA-7732-4BB9-9293-ABD503E18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C0DED42-3BB8-4463-9DFF-2BB4448E5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24675C0-1E10-4FD4-8969-2383EEBB5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3478-4570-4F9B-B44F-E5234F0091A4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E4CB08-ED18-4848-9201-0DFC65975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75511B7-A3F3-40AE-9EF8-0F1113947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242D8-9EC9-41EB-9DB8-A36D299D157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1057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67B964-05B9-499D-9608-EFC301AEF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6E1D88-2058-4A27-B432-017B6A161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BE23270-765D-4ED7-8F0C-CD6777CC4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0646FFA-DE3E-4907-B72D-61E4DB128C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B174724-1BB0-4820-9529-63F5085524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08FCE65-B400-42E7-8B95-5DFA39C4D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3478-4570-4F9B-B44F-E5234F0091A4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4F89682-A33C-4600-8DB8-5B2421FC3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3BF242A-AFEF-40C5-8185-F4F659BFB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242D8-9EC9-41EB-9DB8-A36D299D157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8106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326F74-1789-43A8-8B1D-643B257D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609D158-E24F-43B8-8A72-5A965A216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3478-4570-4F9B-B44F-E5234F0091A4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970564-5977-4452-8A39-A96439127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B201A65-70E2-48A6-AA9A-C4FCFBF5D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242D8-9EC9-41EB-9DB8-A36D299D157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100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FDE0DD3-9E47-4D66-AE92-9EBE8C876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3478-4570-4F9B-B44F-E5234F0091A4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D7FBC02-3283-4534-BA93-117DA54C4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F776F4-3CBF-4AD4-B7F0-955433501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242D8-9EC9-41EB-9DB8-A36D299D157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8360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74AEC9-93BC-4882-A072-08FFC1557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86DC31-F623-479A-B1C6-CFBEEE83E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0253B56-87EC-4D2A-89C6-7C55647E5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381EBCD-89CB-4AEE-A631-E05B32DB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3478-4570-4F9B-B44F-E5234F0091A4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59E3586-4876-47EA-8929-1CD30C763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1F273E1-A991-469E-89C8-DD5BD432A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242D8-9EC9-41EB-9DB8-A36D299D157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5206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774376-5122-456D-9C9B-1E325B3CF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B979599-2112-4B1C-A567-A11A8E220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60147F2-2546-4B81-A2DB-A29851E91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2A39D4D-7FA3-4233-AD1D-AEA70849D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3478-4570-4F9B-B44F-E5234F0091A4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F93E22-F41B-44B3-8683-FD8A23EE6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B5C500-FF2A-4142-973F-93DAAB8DE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242D8-9EC9-41EB-9DB8-A36D299D157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4102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0C1FBE-0776-4779-899C-5B8F8EBE1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31E6295-9B3E-4590-9D0E-9766BBFA9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C667F6-2721-4B42-827D-BF8D4D7B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3478-4570-4F9B-B44F-E5234F0091A4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226B22-9E3C-465D-9A20-F01A616A0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F53F99-878F-4555-AD3A-8E441433A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242D8-9EC9-41EB-9DB8-A36D299D157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0590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B1B7052-0932-43DF-AE43-92253CBA77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3FAE52E-A10A-4AE3-9AB0-0A94A355E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643D96-6910-468E-B771-E6868BC33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3478-4570-4F9B-B44F-E5234F0091A4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88DB31-A38C-4726-BE5D-5198013CA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F83BF7-F0D6-47A2-9231-E429A73B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242D8-9EC9-41EB-9DB8-A36D299D157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269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C923352-AD44-4AC8-A287-3689BA19A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503B20-2CA3-47B2-AFBD-6C324C798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557ED2-2ABE-4D83-A47B-37A1319358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C13478-4570-4F9B-B44F-E5234F0091A4}" type="datetimeFigureOut">
              <a:rPr lang="de-DE" smtClean="0"/>
              <a:t>22.03.2022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63C629-F90C-42C6-9F24-8B06554AE6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C70ECF-4E1D-4CF3-8950-32B6E011F3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242D8-9EC9-41EB-9DB8-A36D299D157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6247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034D116-27ED-4F74-8F7F-BF0C5C673820}"/>
              </a:ext>
            </a:extLst>
          </p:cNvPr>
          <p:cNvCxnSpPr>
            <a:cxnSpLocks/>
          </p:cNvCxnSpPr>
          <p:nvPr/>
        </p:nvCxnSpPr>
        <p:spPr>
          <a:xfrm>
            <a:off x="5858391" y="4840448"/>
            <a:ext cx="28829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7198C227-86BD-4336-B248-B2829E1F8B5D}"/>
              </a:ext>
            </a:extLst>
          </p:cNvPr>
          <p:cNvCxnSpPr>
            <a:cxnSpLocks/>
          </p:cNvCxnSpPr>
          <p:nvPr/>
        </p:nvCxnSpPr>
        <p:spPr>
          <a:xfrm>
            <a:off x="8727039" y="3625376"/>
            <a:ext cx="14289" cy="13990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4B14F0EA-EA24-4BEE-9C6F-9B4F5B878807}"/>
              </a:ext>
            </a:extLst>
          </p:cNvPr>
          <p:cNvCxnSpPr>
            <a:cxnSpLocks/>
          </p:cNvCxnSpPr>
          <p:nvPr/>
        </p:nvCxnSpPr>
        <p:spPr>
          <a:xfrm flipH="1">
            <a:off x="8622265" y="4925933"/>
            <a:ext cx="2381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F9D9F19-1B08-4918-9758-F8A320F8098D}"/>
              </a:ext>
            </a:extLst>
          </p:cNvPr>
          <p:cNvCxnSpPr>
            <a:cxnSpLocks/>
          </p:cNvCxnSpPr>
          <p:nvPr/>
        </p:nvCxnSpPr>
        <p:spPr>
          <a:xfrm flipH="1">
            <a:off x="8727039" y="5024438"/>
            <a:ext cx="285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2D8AF069-263E-4726-9819-773C881B1A89}"/>
              </a:ext>
            </a:extLst>
          </p:cNvPr>
          <p:cNvCxnSpPr>
            <a:cxnSpLocks/>
          </p:cNvCxnSpPr>
          <p:nvPr/>
        </p:nvCxnSpPr>
        <p:spPr>
          <a:xfrm flipH="1">
            <a:off x="8684177" y="4973558"/>
            <a:ext cx="1143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88920EB4-794D-4F25-ABA4-931AA759110E}"/>
              </a:ext>
            </a:extLst>
          </p:cNvPr>
          <p:cNvCxnSpPr>
            <a:cxnSpLocks/>
          </p:cNvCxnSpPr>
          <p:nvPr/>
        </p:nvCxnSpPr>
        <p:spPr>
          <a:xfrm>
            <a:off x="5858391" y="4473103"/>
            <a:ext cx="13853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Ellipse 26">
            <a:extLst>
              <a:ext uri="{FF2B5EF4-FFF2-40B4-BE49-F238E27FC236}">
                <a16:creationId xmlns:a16="http://schemas.microsoft.com/office/drawing/2014/main" id="{938D4FDF-76DA-4EBF-BC25-A47202DA81DB}"/>
              </a:ext>
            </a:extLst>
          </p:cNvPr>
          <p:cNvSpPr/>
          <p:nvPr/>
        </p:nvSpPr>
        <p:spPr>
          <a:xfrm>
            <a:off x="6703873" y="3281363"/>
            <a:ext cx="1385888" cy="70961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8" name="Bogen 27">
            <a:extLst>
              <a:ext uri="{FF2B5EF4-FFF2-40B4-BE49-F238E27FC236}">
                <a16:creationId xmlns:a16="http://schemas.microsoft.com/office/drawing/2014/main" id="{567086D2-2E1F-4583-A762-FF9B0A47B1C2}"/>
              </a:ext>
            </a:extLst>
          </p:cNvPr>
          <p:cNvSpPr/>
          <p:nvPr/>
        </p:nvSpPr>
        <p:spPr>
          <a:xfrm>
            <a:off x="7664588" y="3382568"/>
            <a:ext cx="238124" cy="507200"/>
          </a:xfrm>
          <a:prstGeom prst="arc">
            <a:avLst>
              <a:gd name="adj1" fmla="val 16200000"/>
              <a:gd name="adj2" fmla="val 5471312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B51157C6-F5FF-4567-8888-C5E653C280A1}"/>
              </a:ext>
            </a:extLst>
          </p:cNvPr>
          <p:cNvSpPr/>
          <p:nvPr/>
        </p:nvSpPr>
        <p:spPr>
          <a:xfrm>
            <a:off x="7090706" y="3321767"/>
            <a:ext cx="306111" cy="60721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8FB31A0D-DCEE-42A3-9A47-1A1744DCCEE6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7243762" y="3928986"/>
            <a:ext cx="1" cy="9114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Ellipse 25">
            <a:extLst>
              <a:ext uri="{FF2B5EF4-FFF2-40B4-BE49-F238E27FC236}">
                <a16:creationId xmlns:a16="http://schemas.microsoft.com/office/drawing/2014/main" id="{F5CAE1F5-789F-4BA5-B972-A204181CC8DC}"/>
              </a:ext>
            </a:extLst>
          </p:cNvPr>
          <p:cNvSpPr/>
          <p:nvPr/>
        </p:nvSpPr>
        <p:spPr>
          <a:xfrm>
            <a:off x="7108894" y="4536205"/>
            <a:ext cx="269733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3079CE23-3027-4222-9DF4-93C1A6DB3EBF}"/>
              </a:ext>
            </a:extLst>
          </p:cNvPr>
          <p:cNvCxnSpPr>
            <a:cxnSpLocks/>
          </p:cNvCxnSpPr>
          <p:nvPr/>
        </p:nvCxnSpPr>
        <p:spPr>
          <a:xfrm flipV="1">
            <a:off x="7893602" y="3625376"/>
            <a:ext cx="833437" cy="107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Ellipse 38">
            <a:extLst>
              <a:ext uri="{FF2B5EF4-FFF2-40B4-BE49-F238E27FC236}">
                <a16:creationId xmlns:a16="http://schemas.microsoft.com/office/drawing/2014/main" id="{023A59F9-F646-4149-AD97-C29921CCD2A8}"/>
              </a:ext>
            </a:extLst>
          </p:cNvPr>
          <p:cNvSpPr/>
          <p:nvPr/>
        </p:nvSpPr>
        <p:spPr>
          <a:xfrm>
            <a:off x="8596070" y="4113850"/>
            <a:ext cx="261937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C1483080-8D3F-48D0-AFBD-40859FA209AC}"/>
              </a:ext>
            </a:extLst>
          </p:cNvPr>
          <p:cNvSpPr/>
          <p:nvPr/>
        </p:nvSpPr>
        <p:spPr>
          <a:xfrm>
            <a:off x="5598291" y="3513776"/>
            <a:ext cx="261937" cy="23812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E9A02695-3E0B-46E8-9502-449D42BEE2E6}"/>
              </a:ext>
            </a:extLst>
          </p:cNvPr>
          <p:cNvCxnSpPr>
            <a:stCxn id="40" idx="1"/>
            <a:endCxn id="40" idx="5"/>
          </p:cNvCxnSpPr>
          <p:nvPr/>
        </p:nvCxnSpPr>
        <p:spPr>
          <a:xfrm>
            <a:off x="5636651" y="3548649"/>
            <a:ext cx="185217" cy="1683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A582AD6D-F5FA-46D4-BDDF-73E855FB0A1A}"/>
              </a:ext>
            </a:extLst>
          </p:cNvPr>
          <p:cNvCxnSpPr>
            <a:cxnSpLocks/>
            <a:stCxn id="40" idx="7"/>
            <a:endCxn id="40" idx="3"/>
          </p:cNvCxnSpPr>
          <p:nvPr/>
        </p:nvCxnSpPr>
        <p:spPr>
          <a:xfrm flipH="1">
            <a:off x="5636651" y="3548649"/>
            <a:ext cx="185217" cy="1683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Ellipse 45">
            <a:extLst>
              <a:ext uri="{FF2B5EF4-FFF2-40B4-BE49-F238E27FC236}">
                <a16:creationId xmlns:a16="http://schemas.microsoft.com/office/drawing/2014/main" id="{863D020E-449C-4913-ACE9-60843E31B9D5}"/>
              </a:ext>
            </a:extLst>
          </p:cNvPr>
          <p:cNvSpPr/>
          <p:nvPr/>
        </p:nvSpPr>
        <p:spPr>
          <a:xfrm>
            <a:off x="6178867" y="3215800"/>
            <a:ext cx="80963" cy="81915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F0E5931D-5B8C-4737-B742-B7D0F1B88567}"/>
              </a:ext>
            </a:extLst>
          </p:cNvPr>
          <p:cNvSpPr/>
          <p:nvPr/>
        </p:nvSpPr>
        <p:spPr>
          <a:xfrm>
            <a:off x="6583442" y="3089037"/>
            <a:ext cx="45719" cy="1072675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9F5D3919-34B4-4759-A2FE-04E8D73FCABD}"/>
              </a:ext>
            </a:extLst>
          </p:cNvPr>
          <p:cNvSpPr/>
          <p:nvPr/>
        </p:nvSpPr>
        <p:spPr>
          <a:xfrm flipH="1">
            <a:off x="5801241" y="4450243"/>
            <a:ext cx="5714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F59E0A06-60AB-411B-BA26-7B0872C3905F}"/>
              </a:ext>
            </a:extLst>
          </p:cNvPr>
          <p:cNvSpPr/>
          <p:nvPr/>
        </p:nvSpPr>
        <p:spPr>
          <a:xfrm flipH="1">
            <a:off x="5798719" y="4811656"/>
            <a:ext cx="5714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A43C8EE5-5C40-4B50-8013-20A38E261059}"/>
              </a:ext>
            </a:extLst>
          </p:cNvPr>
          <p:cNvSpPr txBox="1"/>
          <p:nvPr/>
        </p:nvSpPr>
        <p:spPr>
          <a:xfrm>
            <a:off x="5519458" y="4485990"/>
            <a:ext cx="2524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U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2E741FA3-55A3-4DCB-A03C-C48D3CC63E4C}"/>
              </a:ext>
            </a:extLst>
          </p:cNvPr>
          <p:cNvSpPr txBox="1"/>
          <p:nvPr/>
        </p:nvSpPr>
        <p:spPr>
          <a:xfrm>
            <a:off x="7100232" y="4485990"/>
            <a:ext cx="2955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V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6312DE07-EDEA-444A-A0C4-8637577ED3A6}"/>
              </a:ext>
            </a:extLst>
          </p:cNvPr>
          <p:cNvSpPr txBox="1"/>
          <p:nvPr/>
        </p:nvSpPr>
        <p:spPr>
          <a:xfrm>
            <a:off x="8578298" y="4059901"/>
            <a:ext cx="2955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A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7BB209B9-EFF5-4CC1-AB5C-71C4B91F9615}"/>
              </a:ext>
            </a:extLst>
          </p:cNvPr>
          <p:cNvSpPr txBox="1"/>
          <p:nvPr/>
        </p:nvSpPr>
        <p:spPr>
          <a:xfrm>
            <a:off x="5957367" y="2921605"/>
            <a:ext cx="604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lense</a:t>
            </a:r>
            <a:endParaRPr lang="de-DE" sz="1200" dirty="0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0CE5FDDE-98E2-4D19-A1DB-09BB403F4AE7}"/>
              </a:ext>
            </a:extLst>
          </p:cNvPr>
          <p:cNvSpPr txBox="1"/>
          <p:nvPr/>
        </p:nvSpPr>
        <p:spPr>
          <a:xfrm>
            <a:off x="5243086" y="3058907"/>
            <a:ext cx="980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err="1"/>
              <a:t>Hg-vapor</a:t>
            </a:r>
            <a:endParaRPr lang="de-DE" sz="1200" dirty="0"/>
          </a:p>
          <a:p>
            <a:pPr algn="ctr"/>
            <a:r>
              <a:rPr lang="de-DE" sz="1200" dirty="0" err="1"/>
              <a:t>lamp</a:t>
            </a:r>
            <a:endParaRPr lang="de-DE" sz="1200" dirty="0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61C2EBE6-2C7D-4F6D-8250-9A57E385E8ED}"/>
              </a:ext>
            </a:extLst>
          </p:cNvPr>
          <p:cNvSpPr txBox="1"/>
          <p:nvPr/>
        </p:nvSpPr>
        <p:spPr>
          <a:xfrm>
            <a:off x="6385415" y="2794842"/>
            <a:ext cx="4874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filter</a:t>
            </a:r>
            <a:endParaRPr lang="de-DE" sz="1200" dirty="0"/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2C714A75-3059-4593-B0B6-E79BF08D8CB0}"/>
              </a:ext>
            </a:extLst>
          </p:cNvPr>
          <p:cNvSpPr txBox="1"/>
          <p:nvPr/>
        </p:nvSpPr>
        <p:spPr>
          <a:xfrm>
            <a:off x="6809852" y="2796840"/>
            <a:ext cx="912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err="1"/>
              <a:t>platinum</a:t>
            </a:r>
            <a:r>
              <a:rPr lang="de-DE" sz="1200" dirty="0"/>
              <a:t> </a:t>
            </a:r>
            <a:r>
              <a:rPr lang="de-DE" sz="1200" dirty="0" err="1"/>
              <a:t>anode</a:t>
            </a:r>
            <a:endParaRPr lang="de-DE" sz="1200" dirty="0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1A9F3A9B-A4DA-4F5E-A968-B1A7053FF109}"/>
              </a:ext>
            </a:extLst>
          </p:cNvPr>
          <p:cNvSpPr txBox="1"/>
          <p:nvPr/>
        </p:nvSpPr>
        <p:spPr>
          <a:xfrm>
            <a:off x="7550302" y="2786346"/>
            <a:ext cx="686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sodium</a:t>
            </a:r>
            <a:r>
              <a:rPr lang="de-DE" sz="1200" dirty="0"/>
              <a:t> </a:t>
            </a:r>
          </a:p>
          <a:p>
            <a:r>
              <a:rPr lang="de-DE" sz="1200" dirty="0" err="1"/>
              <a:t>cathode</a:t>
            </a:r>
            <a:endParaRPr lang="de-DE" sz="1200" dirty="0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0B0DCDCB-D9DC-4535-B202-169C80924692}"/>
              </a:ext>
            </a:extLst>
          </p:cNvPr>
          <p:cNvSpPr txBox="1"/>
          <p:nvPr/>
        </p:nvSpPr>
        <p:spPr>
          <a:xfrm>
            <a:off x="7594593" y="3900615"/>
            <a:ext cx="974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evacuated</a:t>
            </a:r>
            <a:r>
              <a:rPr lang="de-DE" sz="1200" dirty="0"/>
              <a:t> </a:t>
            </a:r>
            <a:r>
              <a:rPr lang="de-DE" sz="1200" dirty="0" err="1"/>
              <a:t>photocell</a:t>
            </a:r>
            <a:endParaRPr lang="de-DE" sz="1200" dirty="0"/>
          </a:p>
        </p:txBody>
      </p: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249A704F-CBFD-4D87-B35B-84C65E1C3C7B}"/>
              </a:ext>
            </a:extLst>
          </p:cNvPr>
          <p:cNvCxnSpPr/>
          <p:nvPr/>
        </p:nvCxnSpPr>
        <p:spPr>
          <a:xfrm>
            <a:off x="5905500" y="3625374"/>
            <a:ext cx="1947863" cy="7464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0" name="Ellipse 69">
            <a:extLst>
              <a:ext uri="{FF2B5EF4-FFF2-40B4-BE49-F238E27FC236}">
                <a16:creationId xmlns:a16="http://schemas.microsoft.com/office/drawing/2014/main" id="{B6828C6F-3E3B-4B71-84AA-4B8B220BDC04}"/>
              </a:ext>
            </a:extLst>
          </p:cNvPr>
          <p:cNvSpPr/>
          <p:nvPr/>
        </p:nvSpPr>
        <p:spPr>
          <a:xfrm>
            <a:off x="7688520" y="3702542"/>
            <a:ext cx="109537" cy="1072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50B85588-6275-4A84-A6C4-EA7FC0CABE01}"/>
              </a:ext>
            </a:extLst>
          </p:cNvPr>
          <p:cNvSpPr txBox="1"/>
          <p:nvPr/>
        </p:nvSpPr>
        <p:spPr>
          <a:xfrm>
            <a:off x="7609755" y="3627126"/>
            <a:ext cx="257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13B9D357-A944-4B5D-A7FB-E1CAC07E6C60}"/>
              </a:ext>
            </a:extLst>
          </p:cNvPr>
          <p:cNvCxnSpPr>
            <a:cxnSpLocks/>
          </p:cNvCxnSpPr>
          <p:nvPr/>
        </p:nvCxnSpPr>
        <p:spPr>
          <a:xfrm flipH="1" flipV="1">
            <a:off x="7395742" y="3750236"/>
            <a:ext cx="315847" cy="1665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Textfeld 77">
            <a:extLst>
              <a:ext uri="{FF2B5EF4-FFF2-40B4-BE49-F238E27FC236}">
                <a16:creationId xmlns:a16="http://schemas.microsoft.com/office/drawing/2014/main" id="{A233EE42-7D47-45E8-B3BE-C44487FCCF90}"/>
              </a:ext>
            </a:extLst>
          </p:cNvPr>
          <p:cNvSpPr txBox="1"/>
          <p:nvPr/>
        </p:nvSpPr>
        <p:spPr>
          <a:xfrm>
            <a:off x="7654527" y="3593917"/>
            <a:ext cx="257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chemeClr val="bg1"/>
                </a:solidFill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012831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Breitbild</PresentationFormat>
  <Paragraphs>13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Selin Steinicke</dc:creator>
  <cp:lastModifiedBy>Selin Steinicke</cp:lastModifiedBy>
  <cp:revision>3</cp:revision>
  <dcterms:created xsi:type="dcterms:W3CDTF">2022-03-22T09:09:45Z</dcterms:created>
  <dcterms:modified xsi:type="dcterms:W3CDTF">2022-03-22T10:08:10Z</dcterms:modified>
</cp:coreProperties>
</file>