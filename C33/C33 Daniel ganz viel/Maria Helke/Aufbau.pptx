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04B42C-D6D6-4179-942E-2A1956206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421F3C-EB65-4283-B12E-AE9F1FDCD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742CAB-D750-4018-AC48-44626FF0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892039-A80E-4BF4-A5BF-D1B11579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5417BA-6F6F-414F-BBA6-0A3FB58A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7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8A889-49A8-451E-B9DD-D7F899A0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AA07A6-E4F2-49C3-939D-980B9F682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C8B717-6114-4415-94E0-4E1E3D46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7B526-7A53-4363-AA09-807D2DA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20A8CF-68E7-4798-9BFF-DD258C01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82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F493C-CA91-4967-A097-64A6FB22D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7559B2-FCFB-4DA9-8E9E-3D2EAB7AE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459A0B-8399-41D1-8837-FD492AB7E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6EAD24-FEB5-42FD-9A68-334D941D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964F5D-E595-41F9-A651-81114CCE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574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B00A10-3D19-4842-B34B-5F2C94E8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50EA3E-6C87-4E81-A50F-6E0C4A257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930EE8-8F9F-4486-A834-60FC4E6A8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3B3569-52E8-4B2A-A792-93394D5E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63AC75-D2D0-4D32-9672-15484CEB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AAF237-EABC-4E8B-A41B-2280803B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34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EDD8D-88C5-4B59-8D73-DC7AF47EF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256F92-E732-4690-95BD-B764E5025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235DD48-AE18-4CF0-A040-0274D8ABE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F479E9-0F7F-47FF-9CF0-D29B51122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468AC0F-022A-47C1-95A7-BBE5FB109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F11B34F-1685-458C-BD20-DAE33AA1D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38A788-C001-44FC-9748-8200FFC98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2C7EBD0-9DDE-4EA7-AD12-99F3B91C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65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8118E-3DDF-4448-92E7-010A2063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F1D713-370F-47CD-A20A-A0688671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2C0C4D-EAA1-4447-89D3-D7BF3474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A0DF4F-4A4D-4F8F-854D-459D2CAB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7838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09E812-F607-4383-A2E0-EA867976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5A2DF7-B39A-4621-96DD-9A6F735F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BCD595-AC03-4DAA-8FE0-8D7CD6D3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B8570-1672-4834-BB97-D0FF66F0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46EC58-46C2-4994-983F-D8B1A1B68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7BD5D1-E163-44EF-8063-B71915561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2230F1-B637-4FD4-A40A-6E2912041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AD12DE-B17B-485B-A552-00D7017A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BF28CE-F59B-496F-A000-41512E03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818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FFA177-0545-4C22-AB2A-2D3B6C05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F23944A-5E8B-4A3F-B4B4-ED6638CAD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164DA5-B9C1-4F0B-9EC9-99F9ECEDF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ED28AB-4EF9-4F91-8889-A211FF7A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14CB2B-60F5-4710-8438-F5CDE6A6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2D503C-8175-412D-8217-A7CA8A64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2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3CFDEF-2CDB-476B-AB52-61D8AAAC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4A445A4-FE55-4C02-B387-7EE4DFC0D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9A7CC-67F1-4B9D-8EBE-DBA1F958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412A0E-E8A8-470E-8847-8F51BC4A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4D3064-5A20-4A5E-95EB-1CB157D1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42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D49034-2C33-4BAD-8F30-86A271BEF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40183E-108B-4817-9BF0-13B2C06FC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2AEBE7-D108-4B1B-8E5E-58C9EE91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BC65E4-3B86-4CCA-8E67-BD380321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7AD8B4-8005-4639-83D7-58A4CC63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79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266E9DD-177F-453E-A3E0-E940A29A7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E5BAE6-2AD0-4FDF-BB09-E697338FF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872B6D-D7DC-4F87-9CD6-E2F4D95CF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15FA4-E655-4D2B-81C4-963C8F6E372A}" type="datetimeFigureOut">
              <a:rPr lang="de-DE" smtClean="0"/>
              <a:t>13.04.2022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350F02-820D-424B-9B21-EB8324497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075E37-FA09-4079-A8F6-18A84FCA3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041E3-44DA-4668-A0EE-4EC66F512B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47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4D59850-7670-44BB-BE64-846080C45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835" y="1067380"/>
            <a:ext cx="6386233" cy="4267164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901CAFC8-560B-4F97-8293-7F0AECA51E51}"/>
              </a:ext>
            </a:extLst>
          </p:cNvPr>
          <p:cNvSpPr/>
          <p:nvPr/>
        </p:nvSpPr>
        <p:spPr>
          <a:xfrm>
            <a:off x="3163700" y="1424069"/>
            <a:ext cx="2149706" cy="472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Cavity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radiator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37C2D79-9D80-4852-9396-A8F433E96622}"/>
              </a:ext>
            </a:extLst>
          </p:cNvPr>
          <p:cNvSpPr/>
          <p:nvPr/>
        </p:nvSpPr>
        <p:spPr>
          <a:xfrm>
            <a:off x="3050430" y="3633869"/>
            <a:ext cx="2022019" cy="472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Water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cooled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aperture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6AFA25B-2FCF-4BC5-A3D8-3D0BAF3F5781}"/>
              </a:ext>
            </a:extLst>
          </p:cNvPr>
          <p:cNvSpPr/>
          <p:nvPr/>
        </p:nvSpPr>
        <p:spPr>
          <a:xfrm>
            <a:off x="4366424" y="4338204"/>
            <a:ext cx="2149706" cy="472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Shielding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19B887D-8290-49A6-A7F0-CB98E4CDFF52}"/>
              </a:ext>
            </a:extLst>
          </p:cNvPr>
          <p:cNvSpPr/>
          <p:nvPr/>
        </p:nvSpPr>
        <p:spPr>
          <a:xfrm>
            <a:off x="5916905" y="4068362"/>
            <a:ext cx="2149706" cy="472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Thermopile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03CAA3C-3C63-4BBB-95BA-5FABF7AD5678}"/>
              </a:ext>
            </a:extLst>
          </p:cNvPr>
          <p:cNvSpPr/>
          <p:nvPr/>
        </p:nvSpPr>
        <p:spPr>
          <a:xfrm>
            <a:off x="4440565" y="4922829"/>
            <a:ext cx="2534824" cy="472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26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ABD646B-243D-4D3E-B07D-E2D0ABE75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443" y="1596231"/>
            <a:ext cx="6607113" cy="366553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FC2C1DDE-0ACE-4742-BD87-EFE15EC6C11E}"/>
              </a:ext>
            </a:extLst>
          </p:cNvPr>
          <p:cNvSpPr/>
          <p:nvPr/>
        </p:nvSpPr>
        <p:spPr>
          <a:xfrm>
            <a:off x="7049900" y="1822621"/>
            <a:ext cx="1630722" cy="2162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Shielding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8E3FD60-89FB-419B-AC90-7559BDB01763}"/>
              </a:ext>
            </a:extLst>
          </p:cNvPr>
          <p:cNvSpPr/>
          <p:nvPr/>
        </p:nvSpPr>
        <p:spPr>
          <a:xfrm>
            <a:off x="4343771" y="3429000"/>
            <a:ext cx="1389765" cy="2162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Thermopile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0AD324C-EDF9-49A0-A665-3BCFC25CF34C}"/>
              </a:ext>
            </a:extLst>
          </p:cNvPr>
          <p:cNvSpPr/>
          <p:nvPr/>
        </p:nvSpPr>
        <p:spPr>
          <a:xfrm>
            <a:off x="3194223" y="2607276"/>
            <a:ext cx="1099750" cy="500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Voltage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amplifier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1677E0F-49B9-4474-BC78-A60470C63C2F}"/>
              </a:ext>
            </a:extLst>
          </p:cNvPr>
          <p:cNvSpPr/>
          <p:nvPr/>
        </p:nvSpPr>
        <p:spPr>
          <a:xfrm>
            <a:off x="6450597" y="3787346"/>
            <a:ext cx="1167344" cy="444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Leslie </a:t>
            </a:r>
            <a:r>
              <a:rPr lang="de-DE" dirty="0" err="1">
                <a:solidFill>
                  <a:schemeClr val="tx1"/>
                </a:solidFill>
              </a:rPr>
              <a:t>cube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0277206-868D-4C9D-809A-AF3FCFEECB18}"/>
              </a:ext>
            </a:extLst>
          </p:cNvPr>
          <p:cNvSpPr/>
          <p:nvPr/>
        </p:nvSpPr>
        <p:spPr>
          <a:xfrm>
            <a:off x="5038653" y="3787346"/>
            <a:ext cx="1528963" cy="300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04785CE-4813-4343-B2D7-5BC3358CCF8F}"/>
              </a:ext>
            </a:extLst>
          </p:cNvPr>
          <p:cNvSpPr/>
          <p:nvPr/>
        </p:nvSpPr>
        <p:spPr>
          <a:xfrm>
            <a:off x="4878385" y="4346441"/>
            <a:ext cx="2149706" cy="472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22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Breitbild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Jonas Beck</dc:creator>
  <cp:lastModifiedBy>Jonas Beck</cp:lastModifiedBy>
  <cp:revision>1</cp:revision>
  <dcterms:created xsi:type="dcterms:W3CDTF">2022-04-13T12:02:33Z</dcterms:created>
  <dcterms:modified xsi:type="dcterms:W3CDTF">2022-04-13T12:10:23Z</dcterms:modified>
</cp:coreProperties>
</file>