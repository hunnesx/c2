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5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CA0137-750E-4B51-A97E-24A70ED57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09F6F75-7D8F-419B-AEDF-D3CC30A6B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96ADEA-CC55-4AE8-8D05-5DFE6E435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49FC6E-2138-41C2-8DCD-BB2B1321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7D1DB4-2F45-4185-811E-7BD25656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2130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AF895-68E5-4B8C-981F-41CFECBE7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8FE6AC-A0BE-428A-BB7C-81CAE6833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4D7817-4733-4C5A-A540-6BFD2875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93C2AD-B817-4C0D-80D7-DC75F45D4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A151F7-C9D3-4434-A372-E8F023A4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4355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622FD6-0D47-4F2C-8479-2D52264B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8BDE78A-35BB-48F0-B94C-EA16DED23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A310AE-CDDD-4442-B8DD-099489FD1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0DEE63-CBAC-44BA-9984-2A75040D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BEA3DF-A7C8-4B8B-B8C8-808343FE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50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7793B8-74F8-4D7F-87A8-666A15ED9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15A6D3-BC22-45F2-A9C6-8841E93B5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A0DB2E-6852-40CC-BC06-9071FF021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A4D109-268A-4A3F-AB88-6F1AB9FF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8B6521-5C8D-4C3C-8A47-BEF1F7991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FD8903-05ED-4D08-A785-451643B6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8835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6A16F-5A2A-4689-8524-31B555149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449758-2043-4A92-9382-A21B49BE3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E7B682-6997-4E37-8E14-235538DA6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1C14F43-5BF8-4307-BC96-B451831BC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BEAC9B4-558E-452F-AE85-42B2B2D40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4749BB-626E-496F-8547-9D2A2A80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27B232-D64C-47E2-B4E7-6209B363B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5CED5BA-2950-4795-AFE7-B8B85089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26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FFAA9E-DA75-4929-8CB3-C1E2BD3FB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AB65F5F-E8F3-4EF8-84E3-55940437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5B95D5-F497-4B24-87D9-629E071D5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9B19B2-1BDC-4516-9752-A7D70FBE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0589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AF2912-9BF7-4380-BBFD-3D4FB155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B8809C5-7C0B-4C3E-9778-6A20BCA33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024921-A955-40A9-ADCB-C65CF488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4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5AA389-C90B-449B-9213-0A5202A70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21C461-4C0D-46C2-9440-B81630B06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7F32F4-C97B-46AD-825A-21C013885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3F7136-E0FC-4206-A3AE-F478EDF0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49A0D0-17F2-4B07-B6F9-1B9ECF9F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FF4DAE8-A0F7-4EF6-8609-079B25560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782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FA9237-BD81-483D-B1B9-66C04A514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CA2C55A-9510-4DC3-9333-49F8D6F936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51E897-3FE9-4CCE-B48C-FB6FCC8F2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6684B0-C7EE-4392-AFF5-A9F7D1929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FA04B2-37D6-4078-B805-059546331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2B76C0-AD09-4DE6-8088-8CAFF7C16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376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355DF8-415C-4D9E-A5C3-EFDFC4B12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12E269F-59C0-4E37-8722-776E47123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52BBCE-D771-48FB-B46E-155EBE26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D6765D-E404-49F5-9719-1380E929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325F40-2340-451A-8B48-6BFEECCC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56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BDE976-42FA-45E7-8224-81C95595F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119079-4E80-4583-B4FA-73920832A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551643-5C12-45EF-8441-5AD80396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769979-2B9A-404B-AA76-802FE877F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C6E69A-E021-434C-A940-894B4C01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0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00FE62A-0C17-489D-B2BF-8098C5B6E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349ADF-5142-4729-BF51-0BECB301F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7E6F3A-58F8-43BB-970E-FE46807DB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D92D9-D9C0-4BC0-A72D-375F7FD737D6}" type="datetimeFigureOut">
              <a:rPr lang="de-DE" smtClean="0"/>
              <a:t>05.12.2021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B813F5-998A-4459-8998-A58548E0A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EFAA32-E817-4B34-AA0F-D604D660C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B3110-20A4-4567-9BB1-6A5BE94B01A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209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7B04DE83-13F8-4ADD-99BD-3E2CC8EAEDE1}"/>
              </a:ext>
            </a:extLst>
          </p:cNvPr>
          <p:cNvSpPr/>
          <p:nvPr/>
        </p:nvSpPr>
        <p:spPr>
          <a:xfrm>
            <a:off x="4023360" y="2153920"/>
            <a:ext cx="1286933" cy="12750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1187AF3D-D986-453E-AC4C-CAB106EAADDB}"/>
              </a:ext>
            </a:extLst>
          </p:cNvPr>
          <p:cNvCxnSpPr>
            <a:cxnSpLocks/>
          </p:cNvCxnSpPr>
          <p:nvPr/>
        </p:nvCxnSpPr>
        <p:spPr>
          <a:xfrm>
            <a:off x="4211827" y="3086483"/>
            <a:ext cx="90999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D5D6E4FA-241D-4A3E-BF4A-4B82244AB157}"/>
              </a:ext>
            </a:extLst>
          </p:cNvPr>
          <p:cNvCxnSpPr>
            <a:cxnSpLocks/>
          </p:cNvCxnSpPr>
          <p:nvPr/>
        </p:nvCxnSpPr>
        <p:spPr>
          <a:xfrm>
            <a:off x="4653281" y="3086483"/>
            <a:ext cx="13545" cy="7810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F8D4F01-6AB3-42C7-83B0-2E97F23A6E63}"/>
              </a:ext>
            </a:extLst>
          </p:cNvPr>
          <p:cNvCxnSpPr/>
          <p:nvPr/>
        </p:nvCxnSpPr>
        <p:spPr>
          <a:xfrm flipV="1">
            <a:off x="4849707" y="2052320"/>
            <a:ext cx="636693" cy="10341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0846C221-4A81-41BE-ACC5-AF4C6CB2EC0B}"/>
              </a:ext>
            </a:extLst>
          </p:cNvPr>
          <p:cNvCxnSpPr>
            <a:cxnSpLocks/>
          </p:cNvCxnSpPr>
          <p:nvPr/>
        </p:nvCxnSpPr>
        <p:spPr>
          <a:xfrm flipH="1" flipV="1">
            <a:off x="3861309" y="2052320"/>
            <a:ext cx="636693" cy="10341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3E19508-D502-4900-B338-F40FE16BC1E1}"/>
              </a:ext>
            </a:extLst>
          </p:cNvPr>
          <p:cNvCxnSpPr/>
          <p:nvPr/>
        </p:nvCxnSpPr>
        <p:spPr>
          <a:xfrm flipV="1">
            <a:off x="5486400" y="2045547"/>
            <a:ext cx="0" cy="6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57F8DAD-1A65-40BE-8E51-AE479BF95971}"/>
              </a:ext>
            </a:extLst>
          </p:cNvPr>
          <p:cNvCxnSpPr>
            <a:cxnSpLocks/>
          </p:cNvCxnSpPr>
          <p:nvPr/>
        </p:nvCxnSpPr>
        <p:spPr>
          <a:xfrm flipV="1">
            <a:off x="5486400" y="2045547"/>
            <a:ext cx="524167" cy="67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ABDCADA8-B842-41BA-BBE1-3F9EDE92E73E}"/>
              </a:ext>
            </a:extLst>
          </p:cNvPr>
          <p:cNvCxnSpPr/>
          <p:nvPr/>
        </p:nvCxnSpPr>
        <p:spPr>
          <a:xfrm flipH="1">
            <a:off x="3312160" y="2052320"/>
            <a:ext cx="5491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Gleichschenkliges Dreieck 25">
            <a:extLst>
              <a:ext uri="{FF2B5EF4-FFF2-40B4-BE49-F238E27FC236}">
                <a16:creationId xmlns:a16="http://schemas.microsoft.com/office/drawing/2014/main" id="{C170A31D-0DAB-4437-9334-CC560C197911}"/>
              </a:ext>
            </a:extLst>
          </p:cNvPr>
          <p:cNvSpPr>
            <a:spLocks noChangeAspect="1"/>
          </p:cNvSpPr>
          <p:nvPr/>
        </p:nvSpPr>
        <p:spPr>
          <a:xfrm rot="19740000">
            <a:off x="4279474" y="2709154"/>
            <a:ext cx="97443" cy="2160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6FA30123-9F09-4296-BEFE-CD0A9CF67C35}"/>
              </a:ext>
            </a:extLst>
          </p:cNvPr>
          <p:cNvCxnSpPr>
            <a:cxnSpLocks/>
          </p:cNvCxnSpPr>
          <p:nvPr/>
        </p:nvCxnSpPr>
        <p:spPr>
          <a:xfrm flipV="1">
            <a:off x="4653281" y="3867384"/>
            <a:ext cx="1368892" cy="1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FED794BA-66DD-4A24-B0D7-475E585A66CD}"/>
              </a:ext>
            </a:extLst>
          </p:cNvPr>
          <p:cNvCxnSpPr>
            <a:cxnSpLocks/>
          </p:cNvCxnSpPr>
          <p:nvPr/>
        </p:nvCxnSpPr>
        <p:spPr>
          <a:xfrm>
            <a:off x="6007949" y="2052320"/>
            <a:ext cx="14224" cy="18152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lipse 33">
            <a:extLst>
              <a:ext uri="{FF2B5EF4-FFF2-40B4-BE49-F238E27FC236}">
                <a16:creationId xmlns:a16="http://schemas.microsoft.com/office/drawing/2014/main" id="{D6C7036D-D901-456F-960D-05032F479911}"/>
              </a:ext>
            </a:extLst>
          </p:cNvPr>
          <p:cNvSpPr/>
          <p:nvPr/>
        </p:nvSpPr>
        <p:spPr>
          <a:xfrm>
            <a:off x="5750054" y="2726908"/>
            <a:ext cx="555414" cy="57232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B2F627D6-0718-4765-B317-ACE30D545BBA}"/>
              </a:ext>
            </a:extLst>
          </p:cNvPr>
          <p:cNvCxnSpPr>
            <a:cxnSpLocks/>
          </p:cNvCxnSpPr>
          <p:nvPr/>
        </p:nvCxnSpPr>
        <p:spPr>
          <a:xfrm>
            <a:off x="3312160" y="2052320"/>
            <a:ext cx="10924" cy="18260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635C8B63-C9ED-461D-8319-7250F983B9F9}"/>
              </a:ext>
            </a:extLst>
          </p:cNvPr>
          <p:cNvCxnSpPr>
            <a:cxnSpLocks/>
          </p:cNvCxnSpPr>
          <p:nvPr/>
        </p:nvCxnSpPr>
        <p:spPr>
          <a:xfrm flipH="1">
            <a:off x="3323084" y="3867571"/>
            <a:ext cx="1330197" cy="107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00134DDB-74C1-4576-82CE-0CB3CA162C7E}"/>
              </a:ext>
            </a:extLst>
          </p:cNvPr>
          <p:cNvSpPr/>
          <p:nvPr/>
        </p:nvSpPr>
        <p:spPr>
          <a:xfrm>
            <a:off x="3745398" y="3581220"/>
            <a:ext cx="555414" cy="57232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756312C9-B2CD-4B7B-85B9-67EEE0EAF79D}"/>
              </a:ext>
            </a:extLst>
          </p:cNvPr>
          <p:cNvCxnSpPr>
            <a:cxnSpLocks/>
          </p:cNvCxnSpPr>
          <p:nvPr/>
        </p:nvCxnSpPr>
        <p:spPr>
          <a:xfrm>
            <a:off x="3323084" y="3878337"/>
            <a:ext cx="0" cy="7072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1C083E34-1A42-42FE-AE11-4D3691D559AA}"/>
              </a:ext>
            </a:extLst>
          </p:cNvPr>
          <p:cNvCxnSpPr>
            <a:cxnSpLocks/>
          </p:cNvCxnSpPr>
          <p:nvPr/>
        </p:nvCxnSpPr>
        <p:spPr>
          <a:xfrm>
            <a:off x="4666826" y="3878337"/>
            <a:ext cx="0" cy="70721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9DFF41C8-DD1E-4F3F-89CE-3D467BBB2B0F}"/>
              </a:ext>
            </a:extLst>
          </p:cNvPr>
          <p:cNvCxnSpPr>
            <a:cxnSpLocks/>
          </p:cNvCxnSpPr>
          <p:nvPr/>
        </p:nvCxnSpPr>
        <p:spPr>
          <a:xfrm>
            <a:off x="3323084" y="4585547"/>
            <a:ext cx="1343742" cy="65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hteck 57">
            <a:extLst>
              <a:ext uri="{FF2B5EF4-FFF2-40B4-BE49-F238E27FC236}">
                <a16:creationId xmlns:a16="http://schemas.microsoft.com/office/drawing/2014/main" id="{9B43BEB9-7FFF-4928-AAC4-0DF097769F17}"/>
              </a:ext>
            </a:extLst>
          </p:cNvPr>
          <p:cNvSpPr/>
          <p:nvPr/>
        </p:nvSpPr>
        <p:spPr>
          <a:xfrm>
            <a:off x="3583094" y="4436629"/>
            <a:ext cx="853440" cy="3115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50 </a:t>
            </a:r>
            <a:r>
              <a:rPr lang="el-GR" b="1" dirty="0">
                <a:solidFill>
                  <a:schemeClr val="tx1"/>
                </a:solidFill>
              </a:rPr>
              <a:t>Ω</a:t>
            </a:r>
            <a:endParaRPr lang="de-DE" b="1" dirty="0">
              <a:solidFill>
                <a:schemeClr val="tx1"/>
              </a:solidFill>
            </a:endParaRPr>
          </a:p>
        </p:txBody>
      </p: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9AD0E72B-699B-41B8-B48A-48D982987214}"/>
              </a:ext>
            </a:extLst>
          </p:cNvPr>
          <p:cNvCxnSpPr>
            <a:cxnSpLocks/>
          </p:cNvCxnSpPr>
          <p:nvPr/>
        </p:nvCxnSpPr>
        <p:spPr>
          <a:xfrm>
            <a:off x="4660053" y="4592320"/>
            <a:ext cx="13688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hteck 62">
            <a:extLst>
              <a:ext uri="{FF2B5EF4-FFF2-40B4-BE49-F238E27FC236}">
                <a16:creationId xmlns:a16="http://schemas.microsoft.com/office/drawing/2014/main" id="{63C651FF-6CD2-4366-8FF2-B36144194223}"/>
              </a:ext>
            </a:extLst>
          </p:cNvPr>
          <p:cNvSpPr/>
          <p:nvPr/>
        </p:nvSpPr>
        <p:spPr>
          <a:xfrm>
            <a:off x="4910665" y="4422891"/>
            <a:ext cx="853440" cy="3115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1k</a:t>
            </a:r>
            <a:r>
              <a:rPr lang="el-GR" b="1" dirty="0">
                <a:solidFill>
                  <a:schemeClr val="tx1"/>
                </a:solidFill>
              </a:rPr>
              <a:t> Ω</a:t>
            </a:r>
            <a:endParaRPr lang="de-DE" b="1" dirty="0">
              <a:solidFill>
                <a:schemeClr val="tx1"/>
              </a:solidFill>
            </a:endParaRPr>
          </a:p>
        </p:txBody>
      </p: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6D2BF689-16A3-4E00-8B02-415A453C775D}"/>
              </a:ext>
            </a:extLst>
          </p:cNvPr>
          <p:cNvCxnSpPr>
            <a:cxnSpLocks/>
          </p:cNvCxnSpPr>
          <p:nvPr/>
        </p:nvCxnSpPr>
        <p:spPr>
          <a:xfrm>
            <a:off x="6028945" y="4592120"/>
            <a:ext cx="0" cy="6707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738EECDF-4EFB-424A-A5F5-9000ED5DE3E4}"/>
              </a:ext>
            </a:extLst>
          </p:cNvPr>
          <p:cNvCxnSpPr>
            <a:cxnSpLocks/>
          </p:cNvCxnSpPr>
          <p:nvPr/>
        </p:nvCxnSpPr>
        <p:spPr>
          <a:xfrm>
            <a:off x="3322998" y="4578678"/>
            <a:ext cx="0" cy="6707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150B4946-0587-49A9-87B3-94605C343132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3322998" y="5249438"/>
            <a:ext cx="1086221" cy="66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F9D26C42-7332-4818-9132-AFA12A61BF84}"/>
              </a:ext>
            </a:extLst>
          </p:cNvPr>
          <p:cNvCxnSpPr>
            <a:cxnSpLocks/>
            <a:stCxn id="86" idx="6"/>
          </p:cNvCxnSpPr>
          <p:nvPr/>
        </p:nvCxnSpPr>
        <p:spPr>
          <a:xfrm>
            <a:off x="4874339" y="5256106"/>
            <a:ext cx="1154606" cy="67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Ellipse 84">
            <a:extLst>
              <a:ext uri="{FF2B5EF4-FFF2-40B4-BE49-F238E27FC236}">
                <a16:creationId xmlns:a16="http://schemas.microsoft.com/office/drawing/2014/main" id="{7FA9F5AF-A1D3-4FE7-9136-00015EFC0A83}"/>
              </a:ext>
            </a:extLst>
          </p:cNvPr>
          <p:cNvSpPr/>
          <p:nvPr/>
        </p:nvSpPr>
        <p:spPr>
          <a:xfrm>
            <a:off x="4409219" y="5207156"/>
            <a:ext cx="87549" cy="979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4F557728-1DC7-406C-A6F1-1D9CE27B2FBA}"/>
              </a:ext>
            </a:extLst>
          </p:cNvPr>
          <p:cNvSpPr/>
          <p:nvPr/>
        </p:nvSpPr>
        <p:spPr>
          <a:xfrm>
            <a:off x="4786790" y="5207155"/>
            <a:ext cx="87549" cy="979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0CC01C92-FB68-4E02-A403-E86BFCFDDE1B}"/>
              </a:ext>
            </a:extLst>
          </p:cNvPr>
          <p:cNvSpPr txBox="1"/>
          <p:nvPr/>
        </p:nvSpPr>
        <p:spPr>
          <a:xfrm>
            <a:off x="5567680" y="1727201"/>
            <a:ext cx="27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C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E86971E6-8EE6-457C-AF76-1F787A135500}"/>
              </a:ext>
            </a:extLst>
          </p:cNvPr>
          <p:cNvSpPr txBox="1"/>
          <p:nvPr/>
        </p:nvSpPr>
        <p:spPr>
          <a:xfrm>
            <a:off x="4604000" y="3416790"/>
            <a:ext cx="27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B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C16F617E-BC7C-447C-8142-278F02C4416B}"/>
              </a:ext>
            </a:extLst>
          </p:cNvPr>
          <p:cNvSpPr txBox="1"/>
          <p:nvPr/>
        </p:nvSpPr>
        <p:spPr>
          <a:xfrm>
            <a:off x="3445344" y="1727201"/>
            <a:ext cx="27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E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445F9B97-FB47-4E93-89C1-E48099A55D90}"/>
              </a:ext>
            </a:extLst>
          </p:cNvPr>
          <p:cNvSpPr txBox="1"/>
          <p:nvPr/>
        </p:nvSpPr>
        <p:spPr>
          <a:xfrm>
            <a:off x="4467941" y="5252771"/>
            <a:ext cx="381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U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295BA3A-B6AE-42EB-BD25-238D1DCBECD8}"/>
              </a:ext>
            </a:extLst>
          </p:cNvPr>
          <p:cNvSpPr txBox="1"/>
          <p:nvPr/>
        </p:nvSpPr>
        <p:spPr>
          <a:xfrm>
            <a:off x="3387719" y="3292361"/>
            <a:ext cx="65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U</a:t>
            </a:r>
            <a:r>
              <a:rPr lang="de-DE" b="1" baseline="-25000" dirty="0"/>
              <a:t>BE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4CF07B45-79BB-48B5-98D5-9331D79F5AA8}"/>
              </a:ext>
            </a:extLst>
          </p:cNvPr>
          <p:cNvSpPr txBox="1"/>
          <p:nvPr/>
        </p:nvSpPr>
        <p:spPr>
          <a:xfrm>
            <a:off x="5521835" y="2476756"/>
            <a:ext cx="65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I</a:t>
            </a:r>
            <a:r>
              <a:rPr lang="de-DE" b="1" baseline="-25000" dirty="0"/>
              <a:t>C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95EA61A-071B-4BE0-A0E5-EA68328124FA}"/>
              </a:ext>
            </a:extLst>
          </p:cNvPr>
          <p:cNvSpPr/>
          <p:nvPr/>
        </p:nvSpPr>
        <p:spPr>
          <a:xfrm>
            <a:off x="3896345" y="1798320"/>
            <a:ext cx="1535192" cy="1696538"/>
          </a:xfrm>
          <a:prstGeom prst="rect">
            <a:avLst/>
          </a:prstGeom>
          <a:solidFill>
            <a:schemeClr val="accent1">
              <a:alpha val="1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D0B2B7D-3B83-4EEF-82F8-BF9D80E51DC3}"/>
              </a:ext>
            </a:extLst>
          </p:cNvPr>
          <p:cNvSpPr txBox="1"/>
          <p:nvPr/>
        </p:nvSpPr>
        <p:spPr>
          <a:xfrm>
            <a:off x="4028648" y="1790078"/>
            <a:ext cx="1260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Thermostat</a:t>
            </a:r>
          </a:p>
        </p:txBody>
      </p:sp>
    </p:spTree>
    <p:extLst>
      <p:ext uri="{BB962C8B-B14F-4D97-AF65-F5344CB8AC3E}">
        <p14:creationId xmlns:p14="http://schemas.microsoft.com/office/powerpoint/2010/main" val="3091744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Breitbild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Jonas Beck</dc:creator>
  <cp:lastModifiedBy>Jonas Beck</cp:lastModifiedBy>
  <cp:revision>3</cp:revision>
  <dcterms:created xsi:type="dcterms:W3CDTF">2021-12-03T16:25:52Z</dcterms:created>
  <dcterms:modified xsi:type="dcterms:W3CDTF">2021-12-05T13:43:37Z</dcterms:modified>
</cp:coreProperties>
</file>