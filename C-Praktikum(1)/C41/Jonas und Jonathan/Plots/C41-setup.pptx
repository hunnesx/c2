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5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F114A-3A50-4AA3-9C65-043B57FFD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83CBE00-7F0D-424F-A5FA-5BC438CC3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C410DE-61D8-43AB-8B1F-15605A03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C20CF1-B76A-4F20-94A5-43E4836A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80C9F3-6182-4036-BB35-B700D6C1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92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1222F-95A2-426F-AA56-4120E584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BF024B-8B6E-45DC-A3A1-58A07DAFE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C6D21F-22DB-40C1-A2E4-310D682E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7DACB5-A3EC-4573-ACEE-EB33FCC0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4FDF5-E2BA-4149-833E-0C1C1B97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01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A8B7B-9276-4887-A29C-4F418D6C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5DA3EF-CEC2-458A-9910-CD9FE7A4F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8F6B92-80EE-4BD9-8A7B-E37278B4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E9E1C-FBB3-43E2-8ECC-4681FA97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6F470C-0067-4379-B9E6-8418620D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6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C857C-1F65-4FDC-B8ED-70258393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4C3163-7EE9-4884-A9B2-D4F1FE74A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D35840-1A0B-4F9A-8568-EC7F6F172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2A87C3-BB31-4B25-8757-E417F820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AD8FC2-3AEA-4C78-B3A3-55ED60C10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030CC8-1995-45C6-9DD2-D8769CAF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64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2B98A-464A-4FC3-B39F-46AB4C1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716775-1A4F-4438-ADDA-B7B8CFBEC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82E7C6-BB74-4E99-A8D1-D64BA6A8E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AF07DE-DB03-4B67-8940-56F8E8543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C7F411-43E6-4884-BC73-7E2FE33F9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1ADD38-EF8C-4444-A493-3EF6B44B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D809A8-DCF1-4548-BAEB-0E392850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3D45FD-3B54-43D3-8126-ACB0F155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90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E3159-FC22-4D45-AFFE-A3244BC9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2AAF1E-DB79-46F1-8F23-3D765AC7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891DE9-EBDF-4281-9801-945CFA41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41C3A2-46AA-4EDE-A747-8F14E1E2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55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784845-AE55-451D-BD6D-3927E375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49DDE3-80BE-4FDB-BB10-A36D686E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3A4D8E-A138-4511-8503-0A19ABFF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918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184B1-0D2F-4CC6-96DE-6AC3BF07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D6FDFB-B268-43AD-8F13-7E4834E5E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975A17-917F-4223-BD13-596895DBE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2E68FB-E85A-457B-83F7-36932C84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0203E6-8998-4CE0-884B-CB4157EC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94038E-D6F2-4C15-882C-F6A3E036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961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4F2C7-E664-44E3-8A7F-A086EED5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EB9E1BC-3346-4A46-98F1-F54CE384D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B1C2DD-E0F1-4FFB-AE54-A9E4BDFDE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2D5F47-A99A-4241-B533-91C50E20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52976A-A9A5-4610-97F3-636ED826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5F95B3-C454-4ABD-83B9-2D188E9D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574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AF7FB-421E-4D8D-B438-F951C0BE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2689B9-E1F0-42D8-AD6A-338344981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946FE7-2042-4372-854C-081AD16C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5E917C-2312-4265-8EDF-ACF41B7B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0694F-F604-4D46-9715-41D17420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65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986503-9826-4878-92EE-ED404BFCA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37CA7D-9A3B-4D8E-8947-C66E75F3F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D680F2-E23D-416B-8FDC-DD2C9378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31D337-BA49-4459-AA6B-0A3B3DDA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62DB8B-8419-4330-B907-9D1DEBAE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577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489A1D-A443-41B8-8613-E6FE1F03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A1C145-C616-4E0D-9305-F20AE1A1A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3F69D9-E846-441F-B438-614D5D9D3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F0F6A-CB93-4A43-95D0-1A8DA2D0C5DB}" type="datetimeFigureOut">
              <a:rPr lang="de-DE" smtClean="0"/>
              <a:t>16.01.2022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AC89DE-8BE7-4529-AB30-27ABD851E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928855-DCE1-46E6-B7E4-975B6218A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37BFE-CCFA-4BCC-8B16-53766E3DEE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966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1143926-C40E-4997-A27A-FBC91EA539A6}"/>
              </a:ext>
            </a:extLst>
          </p:cNvPr>
          <p:cNvSpPr/>
          <p:nvPr/>
        </p:nvSpPr>
        <p:spPr>
          <a:xfrm>
            <a:off x="3179929" y="1886803"/>
            <a:ext cx="1289713" cy="825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function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 err="1">
                <a:solidFill>
                  <a:schemeClr val="tx1"/>
                </a:solidFill>
              </a:rPr>
              <a:t>generator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ABA25F-F09E-4E29-907A-8603BE7C6C77}"/>
              </a:ext>
            </a:extLst>
          </p:cNvPr>
          <p:cNvSpPr/>
          <p:nvPr/>
        </p:nvSpPr>
        <p:spPr>
          <a:xfrm>
            <a:off x="4630897" y="3853543"/>
            <a:ext cx="1367051" cy="825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oscilloscope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8EAA1F1-9AAC-46D2-A340-72664DF92901}"/>
              </a:ext>
            </a:extLst>
          </p:cNvPr>
          <p:cNvCxnSpPr/>
          <p:nvPr/>
        </p:nvCxnSpPr>
        <p:spPr>
          <a:xfrm>
            <a:off x="4360460" y="2593075"/>
            <a:ext cx="0" cy="835925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28CC6E0-58F2-45F4-8665-AAD12126BD89}"/>
              </a:ext>
            </a:extLst>
          </p:cNvPr>
          <p:cNvCxnSpPr>
            <a:cxnSpLocks/>
          </p:cNvCxnSpPr>
          <p:nvPr/>
        </p:nvCxnSpPr>
        <p:spPr>
          <a:xfrm flipH="1" flipV="1">
            <a:off x="4360461" y="3418114"/>
            <a:ext cx="1895193" cy="6476"/>
          </a:xfrm>
          <a:prstGeom prst="line">
            <a:avLst/>
          </a:prstGeom>
          <a:ln w="34925">
            <a:solidFill>
              <a:schemeClr val="tx1"/>
            </a:solidFill>
            <a:prstDash val="lg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3AB709C-C099-4953-9BA1-2B8A1C81864B}"/>
              </a:ext>
            </a:extLst>
          </p:cNvPr>
          <p:cNvSpPr txBox="1"/>
          <p:nvPr/>
        </p:nvSpPr>
        <p:spPr>
          <a:xfrm>
            <a:off x="4641854" y="3091543"/>
            <a:ext cx="1367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coaxial</a:t>
            </a:r>
            <a:r>
              <a:rPr lang="de-DE" dirty="0"/>
              <a:t> </a:t>
            </a:r>
            <a:r>
              <a:rPr lang="de-DE" dirty="0" err="1"/>
              <a:t>cable</a:t>
            </a:r>
            <a:endParaRPr lang="de-DE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E7BF003-4C88-4DF9-8E2B-9E1C1DCE1744}"/>
              </a:ext>
            </a:extLst>
          </p:cNvPr>
          <p:cNvGrpSpPr/>
          <p:nvPr/>
        </p:nvGrpSpPr>
        <p:grpSpPr>
          <a:xfrm>
            <a:off x="6621114" y="3025551"/>
            <a:ext cx="1161145" cy="762000"/>
            <a:chOff x="8635999" y="798286"/>
            <a:chExt cx="1161145" cy="7620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C20A121-AE5C-4C3C-99FF-8473D36BEC5D}"/>
                </a:ext>
              </a:extLst>
            </p:cNvPr>
            <p:cNvSpPr/>
            <p:nvPr/>
          </p:nvSpPr>
          <p:spPr>
            <a:xfrm>
              <a:off x="8635999" y="798286"/>
              <a:ext cx="486229" cy="7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C096784-3423-407B-81AD-A08B87E47F56}"/>
                </a:ext>
              </a:extLst>
            </p:cNvPr>
            <p:cNvSpPr/>
            <p:nvPr/>
          </p:nvSpPr>
          <p:spPr>
            <a:xfrm>
              <a:off x="9002486" y="1005114"/>
              <a:ext cx="239486" cy="3483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964DDB8C-71BE-495F-AA55-C9160ABD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9916" y="928913"/>
              <a:ext cx="417285" cy="51162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4AB557E-ECE5-480F-B29D-DBEF8E7B7C25}"/>
                </a:ext>
              </a:extLst>
            </p:cNvPr>
            <p:cNvSpPr txBox="1"/>
            <p:nvPr/>
          </p:nvSpPr>
          <p:spPr>
            <a:xfrm>
              <a:off x="9209316" y="980105"/>
              <a:ext cx="587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R</a:t>
              </a:r>
              <a:r>
                <a:rPr lang="de-DE" baseline="-25000" dirty="0" err="1"/>
                <a:t>gfe</a:t>
              </a:r>
              <a:endParaRPr lang="de-DE" baseline="-25000" dirty="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1C08C96-97F5-4F8A-B404-0DCC00365AE3}"/>
              </a:ext>
            </a:extLst>
          </p:cNvPr>
          <p:cNvGrpSpPr/>
          <p:nvPr/>
        </p:nvGrpSpPr>
        <p:grpSpPr>
          <a:xfrm>
            <a:off x="2954902" y="3048001"/>
            <a:ext cx="1081083" cy="762000"/>
            <a:chOff x="8527145" y="798286"/>
            <a:chExt cx="1081083" cy="762000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975FCDD-30B5-4221-9121-2583AC122DEB}"/>
                </a:ext>
              </a:extLst>
            </p:cNvPr>
            <p:cNvSpPr/>
            <p:nvPr/>
          </p:nvSpPr>
          <p:spPr>
            <a:xfrm flipH="1">
              <a:off x="9122228" y="798286"/>
              <a:ext cx="486000" cy="7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EC818711-19C2-4BA8-9863-453305CE9827}"/>
                </a:ext>
              </a:extLst>
            </p:cNvPr>
            <p:cNvSpPr/>
            <p:nvPr/>
          </p:nvSpPr>
          <p:spPr>
            <a:xfrm>
              <a:off x="9002486" y="1005114"/>
              <a:ext cx="239486" cy="3483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63313515-5B1E-4587-8674-CDAA0A094B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9916" y="928913"/>
              <a:ext cx="417285" cy="51162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84A46CAF-22F0-427D-9C49-BDCE2B79F515}"/>
                </a:ext>
              </a:extLst>
            </p:cNvPr>
            <p:cNvSpPr txBox="1"/>
            <p:nvPr/>
          </p:nvSpPr>
          <p:spPr>
            <a:xfrm>
              <a:off x="8527145" y="980105"/>
              <a:ext cx="587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R</a:t>
              </a:r>
              <a:r>
                <a:rPr lang="de-DE" baseline="-25000" dirty="0" err="1"/>
                <a:t>gne</a:t>
              </a:r>
              <a:endParaRPr lang="de-DE" baseline="-25000" dirty="0"/>
            </a:p>
          </p:txBody>
        </p:sp>
      </p:grp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2385F53A-A8F1-4EF5-AC3D-2DEF5329E338}"/>
              </a:ext>
            </a:extLst>
          </p:cNvPr>
          <p:cNvCxnSpPr>
            <a:cxnSpLocks/>
          </p:cNvCxnSpPr>
          <p:nvPr/>
        </p:nvCxnSpPr>
        <p:spPr>
          <a:xfrm>
            <a:off x="4031563" y="3424590"/>
            <a:ext cx="328897" cy="0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E3BC8C9-3D17-4AB6-A01B-F8059F45ED08}"/>
              </a:ext>
            </a:extLst>
          </p:cNvPr>
          <p:cNvCxnSpPr>
            <a:cxnSpLocks/>
          </p:cNvCxnSpPr>
          <p:nvPr/>
        </p:nvCxnSpPr>
        <p:spPr>
          <a:xfrm>
            <a:off x="6281269" y="3424593"/>
            <a:ext cx="328897" cy="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BA4335B-9AC7-4B2C-AF54-85289FC9FB0D}"/>
              </a:ext>
            </a:extLst>
          </p:cNvPr>
          <p:cNvCxnSpPr>
            <a:cxnSpLocks/>
          </p:cNvCxnSpPr>
          <p:nvPr/>
        </p:nvCxnSpPr>
        <p:spPr>
          <a:xfrm flipH="1">
            <a:off x="4360460" y="4007405"/>
            <a:ext cx="400226" cy="0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162B7F4-9E38-4C8D-BBF2-76A1CF8D9EE5}"/>
              </a:ext>
            </a:extLst>
          </p:cNvPr>
          <p:cNvCxnSpPr>
            <a:cxnSpLocks/>
          </p:cNvCxnSpPr>
          <p:nvPr/>
        </p:nvCxnSpPr>
        <p:spPr>
          <a:xfrm>
            <a:off x="4360460" y="3414486"/>
            <a:ext cx="0" cy="592919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57D64F0-A788-4670-93C5-EF39C520C3C8}"/>
              </a:ext>
            </a:extLst>
          </p:cNvPr>
          <p:cNvCxnSpPr>
            <a:cxnSpLocks/>
          </p:cNvCxnSpPr>
          <p:nvPr/>
        </p:nvCxnSpPr>
        <p:spPr>
          <a:xfrm flipH="1">
            <a:off x="5855428" y="4007405"/>
            <a:ext cx="400226" cy="0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F182DB3-C251-45BA-9C7B-496578A8C9BC}"/>
              </a:ext>
            </a:extLst>
          </p:cNvPr>
          <p:cNvCxnSpPr>
            <a:cxnSpLocks/>
          </p:cNvCxnSpPr>
          <p:nvPr/>
        </p:nvCxnSpPr>
        <p:spPr>
          <a:xfrm>
            <a:off x="6255654" y="3414486"/>
            <a:ext cx="0" cy="592919"/>
          </a:xfrm>
          <a:prstGeom prst="line">
            <a:avLst/>
          </a:prstGeom>
          <a:ln w="317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1B94453-AD14-479A-ACDF-579D27B67C11}"/>
              </a:ext>
            </a:extLst>
          </p:cNvPr>
          <p:cNvSpPr txBox="1"/>
          <p:nvPr/>
        </p:nvSpPr>
        <p:spPr>
          <a:xfrm>
            <a:off x="4572003" y="3795486"/>
            <a:ext cx="642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CH1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E7723C4-ECB6-41DB-A414-8224A8FB7A98}"/>
              </a:ext>
            </a:extLst>
          </p:cNvPr>
          <p:cNvSpPr txBox="1"/>
          <p:nvPr/>
        </p:nvSpPr>
        <p:spPr>
          <a:xfrm>
            <a:off x="5660573" y="3795488"/>
            <a:ext cx="642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CH2</a:t>
            </a:r>
          </a:p>
        </p:txBody>
      </p:sp>
    </p:spTree>
    <p:extLst>
      <p:ext uri="{BB962C8B-B14F-4D97-AF65-F5344CB8AC3E}">
        <p14:creationId xmlns:p14="http://schemas.microsoft.com/office/powerpoint/2010/main" val="2452631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Beck</dc:creator>
  <cp:lastModifiedBy>Jonas Beck</cp:lastModifiedBy>
  <cp:revision>1</cp:revision>
  <dcterms:created xsi:type="dcterms:W3CDTF">2022-01-16T11:06:25Z</dcterms:created>
  <dcterms:modified xsi:type="dcterms:W3CDTF">2022-01-16T11:28:38Z</dcterms:modified>
</cp:coreProperties>
</file>