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1140" y="-3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06C1C-5BEB-456E-B2F1-9E309478B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F3F18C-CAF9-49BF-942A-FA19C2840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6D4590-C21D-4013-9E57-394EEDA6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E3E64-DCA2-44A5-B3DE-21ECA3B4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DC15BB-6090-4323-B286-F3B50DC2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065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148C3-95EB-4D09-AA9E-E9F6BD56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E03D39-7555-4ADB-B7E0-8559B764D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700CEA-DC60-4289-AF3B-E8836476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105AFF-6022-4542-AB1A-F2CC716A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4CE1CB-7C54-4B9E-B0B4-7A8E2A04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83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0B56A-3425-4FF0-BA50-01014E77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C7CF37-76CC-4C5C-9902-14D9974F3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6AD094-9531-45CD-852B-90CB355E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CDCB8-9B46-4B15-8E5C-C09D5460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C27D94-8087-4D8C-8865-073BB7FA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86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FB282E-03C3-4BD3-9CC9-4A75D1F1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D4516-8A83-4A51-B6BC-F8593D6E3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ED685A-AF53-441F-9F12-41BF48D25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55BE87-E4F4-4B34-8643-27231052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1F1503-45CB-46AC-89F9-14D8355D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5CD5C6-70DC-4670-9AE9-CA39540D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28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910EE-B775-4C66-85E5-5AAB9A75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4EFE5-F73E-46CB-91B5-85EF2FFFC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277BE5-B3AA-4C89-AC41-729A71366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22C573-9AFB-4F9A-B47D-10CB0B45E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7B9B2AA-F2C9-48FB-8E99-21C5FC52D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CA1037-97F4-49D7-AAEE-60F9A568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718514-B0DC-421E-A90A-E2F38D5F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BDA6B0-C2C2-4F0C-98DA-F68A656A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43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EDA5C-5BA1-4BA1-AD2F-CAD53D5B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0AB35C-4E9B-463E-83B4-B7882A1D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B4DD96-BBC3-4503-9014-C00EB6B9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4EA927-E871-419B-802F-20F503CA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750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55B6BE5-352F-4A1A-B06C-37F66581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D93A3F-0FAF-49B0-A93F-24490EF8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748725-83AF-4439-98A9-13DF7EFA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15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C0CEA9-C774-433A-B5BD-242E8A5E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3631D6-C305-49D5-AF11-9308F823B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651EB3-D817-401C-96FE-0EF2775D5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92646F-5144-4CDB-9436-99E27835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24179F-3655-4D0D-B6CA-CD0C50D7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3D8FAF-4224-41B2-B23A-DA2C4D51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33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86A9D-10F7-4A6F-AFF2-65EE1EF4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0E8628A-C93D-47B0-82CF-F7E5B71E9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5D6B5C-E62E-406C-8CBA-21AFB5D50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F44D35-3AC8-4DFA-AD00-D40A648B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853700-B31D-4A72-9627-474BFA56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3E7F90-7FE1-45E0-B682-BE74850E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63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4BCFA-4DD1-4BA6-B571-F7A4805A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702485-1840-4352-8EC8-BB54F37B5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51B9B2-E099-4749-92C3-CCF28BD1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65BC55-E222-432F-BF76-0031C051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FECA19-A889-467A-9340-FE9D68E8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701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A421B18-D0C8-4FD6-9C02-5E69F5702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14A926-5D53-4657-8BBB-546549DD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A0C540-38B2-41AA-8002-6CD6107A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F99D65-703F-4B42-B58F-370F2D54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2700CE-7575-4A3D-BA4D-E1F256B8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55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8A29A9-AA01-43BC-802F-9DBA7786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D713A5-0F1A-40C9-ADD2-114FF01A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7E0E32-84E4-4FF6-AC1B-D628FF05E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5ECDD-3E4F-4AAA-A9B1-FBCA029FF05E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532B52-68A6-45DC-A689-64E6537E9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B7D5E1-1780-4122-A3FA-8B19E4070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B4C9A-F424-4723-AAFF-6B8FD56A22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685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hteck 55">
            <a:extLst>
              <a:ext uri="{FF2B5EF4-FFF2-40B4-BE49-F238E27FC236}">
                <a16:creationId xmlns:a16="http://schemas.microsoft.com/office/drawing/2014/main" id="{B2FF3BA1-2F6A-4E12-8511-DA8970300DFF}"/>
              </a:ext>
            </a:extLst>
          </p:cNvPr>
          <p:cNvSpPr/>
          <p:nvPr/>
        </p:nvSpPr>
        <p:spPr>
          <a:xfrm>
            <a:off x="4033841" y="3567113"/>
            <a:ext cx="880151" cy="10255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1A1D517-B224-4C28-9121-1A42C800EAD1}"/>
              </a:ext>
            </a:extLst>
          </p:cNvPr>
          <p:cNvCxnSpPr>
            <a:cxnSpLocks/>
          </p:cNvCxnSpPr>
          <p:nvPr/>
        </p:nvCxnSpPr>
        <p:spPr>
          <a:xfrm>
            <a:off x="3353324" y="5110818"/>
            <a:ext cx="22378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8245E9DD-DD59-4C93-9FEF-E37B9777A033}"/>
              </a:ext>
            </a:extLst>
          </p:cNvPr>
          <p:cNvSpPr/>
          <p:nvPr/>
        </p:nvSpPr>
        <p:spPr>
          <a:xfrm>
            <a:off x="3657600" y="5029855"/>
            <a:ext cx="542925" cy="161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11E1CDC-94A5-400B-A689-2082D45ECA30}"/>
              </a:ext>
            </a:extLst>
          </p:cNvPr>
          <p:cNvSpPr/>
          <p:nvPr/>
        </p:nvSpPr>
        <p:spPr>
          <a:xfrm>
            <a:off x="4738688" y="5029855"/>
            <a:ext cx="542925" cy="161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F3D41E9-0154-4E40-8D2B-12F746F1B5C1}"/>
              </a:ext>
            </a:extLst>
          </p:cNvPr>
          <p:cNvCxnSpPr/>
          <p:nvPr/>
        </p:nvCxnSpPr>
        <p:spPr>
          <a:xfrm>
            <a:off x="3353324" y="5110817"/>
            <a:ext cx="0" cy="3803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BDC8F22-75DC-45F8-99ED-1060E0126C1D}"/>
              </a:ext>
            </a:extLst>
          </p:cNvPr>
          <p:cNvCxnSpPr>
            <a:cxnSpLocks/>
          </p:cNvCxnSpPr>
          <p:nvPr/>
        </p:nvCxnSpPr>
        <p:spPr>
          <a:xfrm>
            <a:off x="5586936" y="3576638"/>
            <a:ext cx="0" cy="1914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BF90F2D-2199-400E-A599-9FDF068EB4C4}"/>
              </a:ext>
            </a:extLst>
          </p:cNvPr>
          <p:cNvCxnSpPr>
            <a:cxnSpLocks/>
          </p:cNvCxnSpPr>
          <p:nvPr/>
        </p:nvCxnSpPr>
        <p:spPr>
          <a:xfrm>
            <a:off x="3353324" y="5487056"/>
            <a:ext cx="10186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0450904-F8B8-4354-8790-DE1ACD1E3FE1}"/>
              </a:ext>
            </a:extLst>
          </p:cNvPr>
          <p:cNvCxnSpPr>
            <a:cxnSpLocks/>
          </p:cNvCxnSpPr>
          <p:nvPr/>
        </p:nvCxnSpPr>
        <p:spPr>
          <a:xfrm>
            <a:off x="4568285" y="5487711"/>
            <a:ext cx="10186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2EA3FFF3-4F0D-4020-A79B-523CC6F22903}"/>
              </a:ext>
            </a:extLst>
          </p:cNvPr>
          <p:cNvSpPr/>
          <p:nvPr/>
        </p:nvSpPr>
        <p:spPr>
          <a:xfrm>
            <a:off x="4344186" y="5451337"/>
            <a:ext cx="71437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6F6FF71-C8A4-4411-946E-F7B5D5E8B48C}"/>
              </a:ext>
            </a:extLst>
          </p:cNvPr>
          <p:cNvSpPr/>
          <p:nvPr/>
        </p:nvSpPr>
        <p:spPr>
          <a:xfrm>
            <a:off x="4532565" y="5451337"/>
            <a:ext cx="71437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836CE9A-0B75-4ACC-B27B-D3944949908F}"/>
              </a:ext>
            </a:extLst>
          </p:cNvPr>
          <p:cNvSpPr txBox="1"/>
          <p:nvPr/>
        </p:nvSpPr>
        <p:spPr>
          <a:xfrm>
            <a:off x="4329615" y="5451337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U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516B5A5-7010-443C-8813-C22A90A0CF15}"/>
              </a:ext>
            </a:extLst>
          </p:cNvPr>
          <p:cNvSpPr txBox="1"/>
          <p:nvPr/>
        </p:nvSpPr>
        <p:spPr>
          <a:xfrm>
            <a:off x="4260537" y="5281938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+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305620A-2EB2-42DB-845D-36CDB3A50449}"/>
              </a:ext>
            </a:extLst>
          </p:cNvPr>
          <p:cNvSpPr txBox="1"/>
          <p:nvPr/>
        </p:nvSpPr>
        <p:spPr>
          <a:xfrm>
            <a:off x="4460823" y="5276554"/>
            <a:ext cx="2231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-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1BCAD63-0648-4CFA-A5F3-2E84DAE18BA8}"/>
              </a:ext>
            </a:extLst>
          </p:cNvPr>
          <p:cNvSpPr txBox="1"/>
          <p:nvPr/>
        </p:nvSpPr>
        <p:spPr>
          <a:xfrm>
            <a:off x="3681415" y="4973065"/>
            <a:ext cx="54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1 k</a:t>
            </a:r>
            <a:r>
              <a:rPr lang="de-DE" sz="1200" dirty="0">
                <a:sym typeface="Symbol" panose="05050102010706020507" pitchFamily="18" charset="2"/>
              </a:rPr>
              <a:t></a:t>
            </a:r>
            <a:endParaRPr lang="de-DE" sz="12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F80E88F-221C-4FEA-96DB-588667D35F87}"/>
              </a:ext>
            </a:extLst>
          </p:cNvPr>
          <p:cNvSpPr txBox="1"/>
          <p:nvPr/>
        </p:nvSpPr>
        <p:spPr>
          <a:xfrm>
            <a:off x="4760073" y="4976160"/>
            <a:ext cx="54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ym typeface="Symbol" panose="05050102010706020507" pitchFamily="18" charset="2"/>
              </a:rPr>
              <a:t>50 </a:t>
            </a:r>
            <a:endParaRPr lang="de-DE" sz="1200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20B28B6-A5A1-4B60-8D24-D7C2C8B1DA66}"/>
              </a:ext>
            </a:extLst>
          </p:cNvPr>
          <p:cNvCxnSpPr>
            <a:cxnSpLocks/>
          </p:cNvCxnSpPr>
          <p:nvPr/>
        </p:nvCxnSpPr>
        <p:spPr>
          <a:xfrm flipV="1">
            <a:off x="4479656" y="4381500"/>
            <a:ext cx="0" cy="7293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B071E00-042C-476D-830F-A0DE792499EA}"/>
              </a:ext>
            </a:extLst>
          </p:cNvPr>
          <p:cNvCxnSpPr>
            <a:cxnSpLocks/>
          </p:cNvCxnSpPr>
          <p:nvPr/>
        </p:nvCxnSpPr>
        <p:spPr>
          <a:xfrm>
            <a:off x="3341897" y="4667905"/>
            <a:ext cx="22378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7B014F95-C629-4B39-8B6D-7B99DB3E5ABF}"/>
              </a:ext>
            </a:extLst>
          </p:cNvPr>
          <p:cNvSpPr/>
          <p:nvPr/>
        </p:nvSpPr>
        <p:spPr>
          <a:xfrm>
            <a:off x="5029204" y="4533900"/>
            <a:ext cx="252409" cy="2524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97CA9D3-16AF-4956-9F46-FE92D19E5E63}"/>
              </a:ext>
            </a:extLst>
          </p:cNvPr>
          <p:cNvCxnSpPr>
            <a:cxnSpLocks/>
          </p:cNvCxnSpPr>
          <p:nvPr/>
        </p:nvCxnSpPr>
        <p:spPr>
          <a:xfrm>
            <a:off x="4270063" y="4381500"/>
            <a:ext cx="42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F1FDACC-AF45-4C2A-A6F7-04D5FD1CEC23}"/>
              </a:ext>
            </a:extLst>
          </p:cNvPr>
          <p:cNvCxnSpPr>
            <a:cxnSpLocks/>
          </p:cNvCxnSpPr>
          <p:nvPr/>
        </p:nvCxnSpPr>
        <p:spPr>
          <a:xfrm>
            <a:off x="5077610" y="3572532"/>
            <a:ext cx="509326" cy="41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0B2F49C6-14AB-413B-A9AF-E7CF9A58F0B2}"/>
              </a:ext>
            </a:extLst>
          </p:cNvPr>
          <p:cNvCxnSpPr>
            <a:cxnSpLocks/>
          </p:cNvCxnSpPr>
          <p:nvPr/>
        </p:nvCxnSpPr>
        <p:spPr>
          <a:xfrm flipV="1">
            <a:off x="3341897" y="3574585"/>
            <a:ext cx="0" cy="1093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217A3411-94DD-44B0-B376-2250C7066AFD}"/>
              </a:ext>
            </a:extLst>
          </p:cNvPr>
          <p:cNvCxnSpPr>
            <a:cxnSpLocks/>
          </p:cNvCxnSpPr>
          <p:nvPr/>
        </p:nvCxnSpPr>
        <p:spPr>
          <a:xfrm>
            <a:off x="3347611" y="3572532"/>
            <a:ext cx="5150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4EB945D-59DA-4320-88C4-C682B285D14B}"/>
              </a:ext>
            </a:extLst>
          </p:cNvPr>
          <p:cNvCxnSpPr>
            <a:cxnSpLocks/>
          </p:cNvCxnSpPr>
          <p:nvPr/>
        </p:nvCxnSpPr>
        <p:spPr>
          <a:xfrm flipH="1" flipV="1">
            <a:off x="3862649" y="3572531"/>
            <a:ext cx="517255" cy="800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3095E60-622C-4DA5-9AC1-26C92A36E9CE}"/>
              </a:ext>
            </a:extLst>
          </p:cNvPr>
          <p:cNvCxnSpPr>
            <a:cxnSpLocks/>
          </p:cNvCxnSpPr>
          <p:nvPr/>
        </p:nvCxnSpPr>
        <p:spPr>
          <a:xfrm flipV="1">
            <a:off x="4577043" y="3567113"/>
            <a:ext cx="504545" cy="8143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15FAD27D-F23F-4E7F-9686-32A461CD557B}"/>
              </a:ext>
            </a:extLst>
          </p:cNvPr>
          <p:cNvSpPr/>
          <p:nvPr/>
        </p:nvSpPr>
        <p:spPr>
          <a:xfrm>
            <a:off x="4077411" y="3799464"/>
            <a:ext cx="789676" cy="762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C1A02B79-5223-410D-9E8E-755BF785458B}"/>
              </a:ext>
            </a:extLst>
          </p:cNvPr>
          <p:cNvSpPr/>
          <p:nvPr/>
        </p:nvSpPr>
        <p:spPr>
          <a:xfrm>
            <a:off x="3215692" y="3989131"/>
            <a:ext cx="252409" cy="2524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F82AC526-BED8-4BD2-80A8-BDEBC06B75B7}"/>
              </a:ext>
            </a:extLst>
          </p:cNvPr>
          <p:cNvSpPr txBox="1"/>
          <p:nvPr/>
        </p:nvSpPr>
        <p:spPr>
          <a:xfrm>
            <a:off x="5014420" y="451089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V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4C01B45-B80C-4147-8820-937FB7E1E6A6}"/>
              </a:ext>
            </a:extLst>
          </p:cNvPr>
          <p:cNvSpPr txBox="1"/>
          <p:nvPr/>
        </p:nvSpPr>
        <p:spPr>
          <a:xfrm>
            <a:off x="3199013" y="3958711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A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9D905928-9B3A-4519-A4DD-26FE440318A0}"/>
              </a:ext>
            </a:extLst>
          </p:cNvPr>
          <p:cNvSpPr txBox="1"/>
          <p:nvPr/>
        </p:nvSpPr>
        <p:spPr>
          <a:xfrm>
            <a:off x="4432224" y="430595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B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28DF41C-8DD9-4EC9-A045-A591E367258D}"/>
              </a:ext>
            </a:extLst>
          </p:cNvPr>
          <p:cNvSpPr txBox="1"/>
          <p:nvPr/>
        </p:nvSpPr>
        <p:spPr>
          <a:xfrm>
            <a:off x="5014609" y="3524549"/>
            <a:ext cx="272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4360B74-ACE0-4128-BF21-E9B68DCD088F}"/>
              </a:ext>
            </a:extLst>
          </p:cNvPr>
          <p:cNvSpPr txBox="1"/>
          <p:nvPr/>
        </p:nvSpPr>
        <p:spPr>
          <a:xfrm>
            <a:off x="3646818" y="3530149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C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C903F8D-B307-4E8E-B355-458CEFAB18AF}"/>
              </a:ext>
            </a:extLst>
          </p:cNvPr>
          <p:cNvCxnSpPr>
            <a:cxnSpLocks/>
          </p:cNvCxnSpPr>
          <p:nvPr/>
        </p:nvCxnSpPr>
        <p:spPr>
          <a:xfrm flipV="1">
            <a:off x="4597254" y="4170343"/>
            <a:ext cx="107240" cy="171823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A465F866-4871-4655-8134-5AADA661DE30}"/>
              </a:ext>
            </a:extLst>
          </p:cNvPr>
          <p:cNvSpPr txBox="1"/>
          <p:nvPr/>
        </p:nvSpPr>
        <p:spPr>
          <a:xfrm>
            <a:off x="3974703" y="3511809"/>
            <a:ext cx="1058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Thermostat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A24D2B02-33C2-464D-92A7-05F9C86AEB75}"/>
              </a:ext>
            </a:extLst>
          </p:cNvPr>
          <p:cNvSpPr txBox="1"/>
          <p:nvPr/>
        </p:nvSpPr>
        <p:spPr>
          <a:xfrm>
            <a:off x="3292311" y="4194277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I</a:t>
            </a:r>
            <a:r>
              <a:rPr lang="de-DE" sz="1400" baseline="-25000" dirty="0" err="1"/>
              <a:t>c</a:t>
            </a:r>
            <a:endParaRPr lang="de-DE" sz="1400" baseline="-25000" dirty="0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E199966-3D7A-4C32-B6B5-1BCCF4355B52}"/>
              </a:ext>
            </a:extLst>
          </p:cNvPr>
          <p:cNvSpPr txBox="1"/>
          <p:nvPr/>
        </p:nvSpPr>
        <p:spPr>
          <a:xfrm>
            <a:off x="5116517" y="4291491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U</a:t>
            </a:r>
            <a:r>
              <a:rPr lang="de-DE" sz="1400" baseline="-25000" dirty="0"/>
              <a:t>BE</a:t>
            </a:r>
          </a:p>
        </p:txBody>
      </p:sp>
    </p:spTree>
    <p:extLst>
      <p:ext uri="{BB962C8B-B14F-4D97-AF65-F5344CB8AC3E}">
        <p14:creationId xmlns:p14="http://schemas.microsoft.com/office/powerpoint/2010/main" val="400180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Selin Steinicke</dc:creator>
  <cp:lastModifiedBy>Selin Steinicke</cp:lastModifiedBy>
  <cp:revision>2</cp:revision>
  <dcterms:created xsi:type="dcterms:W3CDTF">2022-03-22T10:11:48Z</dcterms:created>
  <dcterms:modified xsi:type="dcterms:W3CDTF">2022-03-22T10:54:27Z</dcterms:modified>
</cp:coreProperties>
</file>